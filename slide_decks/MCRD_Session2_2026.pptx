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61" r:id="rId2"/>
    <p:sldId id="319" r:id="rId3"/>
    <p:sldId id="277" r:id="rId4"/>
    <p:sldId id="318" r:id="rId5"/>
    <p:sldId id="330" r:id="rId6"/>
    <p:sldId id="332" r:id="rId7"/>
    <p:sldId id="324" r:id="rId8"/>
    <p:sldId id="292" r:id="rId9"/>
    <p:sldId id="33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62"/>
    <p:restoredTop sz="95859"/>
  </p:normalViewPr>
  <p:slideViewPr>
    <p:cSldViewPr snapToGrid="0" snapToObjects="1">
      <p:cViewPr varScale="1">
        <p:scale>
          <a:sx n="111" d="100"/>
          <a:sy n="111" d="100"/>
        </p:scale>
        <p:origin x="104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5993CB-4EAC-0246-A3DA-73F132A5DF57}" type="datetimeFigureOut">
              <a:rPr lang="en-US" smtClean="0"/>
              <a:t>3/9/26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20F9DE-B6B6-554D-A0C3-F17E7E04D884}" type="slidenum">
              <a:rPr lang="en-US" smtClean="0"/>
              <a:t>‹#›</a:t>
            </a:fld>
            <a:endParaRPr lang="en-US"/>
          </a:p>
        </p:txBody>
      </p:sp>
    </p:spTree>
    <p:extLst>
      <p:ext uri="{BB962C8B-B14F-4D97-AF65-F5344CB8AC3E}">
        <p14:creationId xmlns:p14="http://schemas.microsoft.com/office/powerpoint/2010/main" val="1082915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5D74495-12D2-6A47-A762-3590D56449EA}" type="slidenum">
              <a:rPr lang="en-US" smtClean="0"/>
              <a:t>1</a:t>
            </a:fld>
            <a:endParaRPr lang="en-US"/>
          </a:p>
        </p:txBody>
      </p:sp>
    </p:spTree>
    <p:extLst>
      <p:ext uri="{BB962C8B-B14F-4D97-AF65-F5344CB8AC3E}">
        <p14:creationId xmlns:p14="http://schemas.microsoft.com/office/powerpoint/2010/main" val="728847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ti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B7665-9466-364D-9D2E-CCC192BD4AF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AB19ADB-D10D-384E-9C67-E7403F0D82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2B449CC-30B0-D04D-905E-D61F2FA0F564}"/>
              </a:ext>
            </a:extLst>
          </p:cNvPr>
          <p:cNvSpPr>
            <a:spLocks noGrp="1"/>
          </p:cNvSpPr>
          <p:nvPr>
            <p:ph type="dt" sz="half" idx="10"/>
          </p:nvPr>
        </p:nvSpPr>
        <p:spPr/>
        <p:txBody>
          <a:bodyPr/>
          <a:lstStyle/>
          <a:p>
            <a:fld id="{21659C4D-47A6-F444-BFD1-F27D9FE3F313}" type="datetimeFigureOut">
              <a:rPr lang="en-US" smtClean="0"/>
              <a:t>3/9/26</a:t>
            </a:fld>
            <a:endParaRPr lang="en-US"/>
          </a:p>
        </p:txBody>
      </p:sp>
      <p:sp>
        <p:nvSpPr>
          <p:cNvPr id="5" name="Footer Placeholder 4">
            <a:extLst>
              <a:ext uri="{FF2B5EF4-FFF2-40B4-BE49-F238E27FC236}">
                <a16:creationId xmlns:a16="http://schemas.microsoft.com/office/drawing/2014/main" id="{6D3A4302-9AB0-BB47-8BB0-156B4FCE35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CD78BC-82F5-AB49-9586-06282AFE1122}"/>
              </a:ext>
            </a:extLst>
          </p:cNvPr>
          <p:cNvSpPr>
            <a:spLocks noGrp="1"/>
          </p:cNvSpPr>
          <p:nvPr>
            <p:ph type="sldNum" sz="quarter" idx="12"/>
          </p:nvPr>
        </p:nvSpPr>
        <p:spPr/>
        <p:txBody>
          <a:bodyPr/>
          <a:lstStyle/>
          <a:p>
            <a:fld id="{C877D7C0-1C18-B844-ABD5-FD52B6EE9820}" type="slidenum">
              <a:rPr lang="en-US" smtClean="0"/>
              <a:t>‹#›</a:t>
            </a:fld>
            <a:endParaRPr lang="en-US"/>
          </a:p>
        </p:txBody>
      </p:sp>
    </p:spTree>
    <p:extLst>
      <p:ext uri="{BB962C8B-B14F-4D97-AF65-F5344CB8AC3E}">
        <p14:creationId xmlns:p14="http://schemas.microsoft.com/office/powerpoint/2010/main" val="3558822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7160C-9B3A-C945-8B1F-8EA18B2E2A3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A9C462F-401B-8046-AC91-6244112E11D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C61B93F-5EBF-FB48-93E0-10C1FCF8F4F9}"/>
              </a:ext>
            </a:extLst>
          </p:cNvPr>
          <p:cNvSpPr>
            <a:spLocks noGrp="1"/>
          </p:cNvSpPr>
          <p:nvPr>
            <p:ph type="dt" sz="half" idx="10"/>
          </p:nvPr>
        </p:nvSpPr>
        <p:spPr/>
        <p:txBody>
          <a:bodyPr/>
          <a:lstStyle/>
          <a:p>
            <a:fld id="{21659C4D-47A6-F444-BFD1-F27D9FE3F313}" type="datetimeFigureOut">
              <a:rPr lang="en-US" smtClean="0"/>
              <a:t>3/9/26</a:t>
            </a:fld>
            <a:endParaRPr lang="en-US"/>
          </a:p>
        </p:txBody>
      </p:sp>
      <p:sp>
        <p:nvSpPr>
          <p:cNvPr id="5" name="Footer Placeholder 4">
            <a:extLst>
              <a:ext uri="{FF2B5EF4-FFF2-40B4-BE49-F238E27FC236}">
                <a16:creationId xmlns:a16="http://schemas.microsoft.com/office/drawing/2014/main" id="{80280873-343A-6C4E-86B9-77920198F2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D5384F-0D81-ED40-AE83-10722C39A625}"/>
              </a:ext>
            </a:extLst>
          </p:cNvPr>
          <p:cNvSpPr>
            <a:spLocks noGrp="1"/>
          </p:cNvSpPr>
          <p:nvPr>
            <p:ph type="sldNum" sz="quarter" idx="12"/>
          </p:nvPr>
        </p:nvSpPr>
        <p:spPr/>
        <p:txBody>
          <a:bodyPr/>
          <a:lstStyle/>
          <a:p>
            <a:fld id="{C877D7C0-1C18-B844-ABD5-FD52B6EE9820}" type="slidenum">
              <a:rPr lang="en-US" smtClean="0"/>
              <a:t>‹#›</a:t>
            </a:fld>
            <a:endParaRPr lang="en-US"/>
          </a:p>
        </p:txBody>
      </p:sp>
    </p:spTree>
    <p:extLst>
      <p:ext uri="{BB962C8B-B14F-4D97-AF65-F5344CB8AC3E}">
        <p14:creationId xmlns:p14="http://schemas.microsoft.com/office/powerpoint/2010/main" val="2505894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D6E13-6064-8A44-844B-E4C27D2A797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F94AB32-21CD-E543-BC0E-A9D1282E72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45C9503-87D0-894F-9932-AB6C89C48557}"/>
              </a:ext>
            </a:extLst>
          </p:cNvPr>
          <p:cNvSpPr>
            <a:spLocks noGrp="1"/>
          </p:cNvSpPr>
          <p:nvPr>
            <p:ph type="dt" sz="half" idx="10"/>
          </p:nvPr>
        </p:nvSpPr>
        <p:spPr/>
        <p:txBody>
          <a:bodyPr/>
          <a:lstStyle/>
          <a:p>
            <a:fld id="{21659C4D-47A6-F444-BFD1-F27D9FE3F313}" type="datetimeFigureOut">
              <a:rPr lang="en-US" smtClean="0"/>
              <a:t>3/9/26</a:t>
            </a:fld>
            <a:endParaRPr lang="en-US"/>
          </a:p>
        </p:txBody>
      </p:sp>
      <p:sp>
        <p:nvSpPr>
          <p:cNvPr id="5" name="Footer Placeholder 4">
            <a:extLst>
              <a:ext uri="{FF2B5EF4-FFF2-40B4-BE49-F238E27FC236}">
                <a16:creationId xmlns:a16="http://schemas.microsoft.com/office/drawing/2014/main" id="{C904FC88-EB87-904D-AEA5-70B0810EB8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7BAC56-50DE-C840-A4D4-25BF7FFF88EB}"/>
              </a:ext>
            </a:extLst>
          </p:cNvPr>
          <p:cNvSpPr>
            <a:spLocks noGrp="1"/>
          </p:cNvSpPr>
          <p:nvPr>
            <p:ph type="sldNum" sz="quarter" idx="12"/>
          </p:nvPr>
        </p:nvSpPr>
        <p:spPr/>
        <p:txBody>
          <a:bodyPr/>
          <a:lstStyle/>
          <a:p>
            <a:fld id="{C877D7C0-1C18-B844-ABD5-FD52B6EE9820}" type="slidenum">
              <a:rPr lang="en-US" smtClean="0"/>
              <a:t>‹#›</a:t>
            </a:fld>
            <a:endParaRPr lang="en-US"/>
          </a:p>
        </p:txBody>
      </p:sp>
    </p:spTree>
    <p:extLst>
      <p:ext uri="{BB962C8B-B14F-4D97-AF65-F5344CB8AC3E}">
        <p14:creationId xmlns:p14="http://schemas.microsoft.com/office/powerpoint/2010/main" val="1054787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88AEF-BDDA-A24F-8712-AE820DA890B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58AAF28-F8E6-A54B-9BE5-C7EA97D4E97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5B8BB26-0D60-6B4A-ADD6-088FD3C53CA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3675715-ED13-B349-8603-5D75CD06DA2D}"/>
              </a:ext>
            </a:extLst>
          </p:cNvPr>
          <p:cNvSpPr>
            <a:spLocks noGrp="1"/>
          </p:cNvSpPr>
          <p:nvPr>
            <p:ph type="dt" sz="half" idx="10"/>
          </p:nvPr>
        </p:nvSpPr>
        <p:spPr/>
        <p:txBody>
          <a:bodyPr/>
          <a:lstStyle/>
          <a:p>
            <a:fld id="{21659C4D-47A6-F444-BFD1-F27D9FE3F313}" type="datetimeFigureOut">
              <a:rPr lang="en-US" smtClean="0"/>
              <a:t>3/9/26</a:t>
            </a:fld>
            <a:endParaRPr lang="en-US"/>
          </a:p>
        </p:txBody>
      </p:sp>
      <p:sp>
        <p:nvSpPr>
          <p:cNvPr id="6" name="Footer Placeholder 5">
            <a:extLst>
              <a:ext uri="{FF2B5EF4-FFF2-40B4-BE49-F238E27FC236}">
                <a16:creationId xmlns:a16="http://schemas.microsoft.com/office/drawing/2014/main" id="{9C19EC6D-6A4C-AE46-8273-D48099B884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63AA63-B24B-2349-A0B3-32421A032EA1}"/>
              </a:ext>
            </a:extLst>
          </p:cNvPr>
          <p:cNvSpPr>
            <a:spLocks noGrp="1"/>
          </p:cNvSpPr>
          <p:nvPr>
            <p:ph type="sldNum" sz="quarter" idx="12"/>
          </p:nvPr>
        </p:nvSpPr>
        <p:spPr/>
        <p:txBody>
          <a:bodyPr/>
          <a:lstStyle/>
          <a:p>
            <a:fld id="{C877D7C0-1C18-B844-ABD5-FD52B6EE9820}" type="slidenum">
              <a:rPr lang="en-US" smtClean="0"/>
              <a:t>‹#›</a:t>
            </a:fld>
            <a:endParaRPr lang="en-US"/>
          </a:p>
        </p:txBody>
      </p:sp>
    </p:spTree>
    <p:extLst>
      <p:ext uri="{BB962C8B-B14F-4D97-AF65-F5344CB8AC3E}">
        <p14:creationId xmlns:p14="http://schemas.microsoft.com/office/powerpoint/2010/main" val="2564557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E8842-5859-2C4C-A30C-27166A620D5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91E6CDF-8C01-014A-B146-EE8F82DB6A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8F1E78D-1BC5-2D48-BA22-2619D4B96CD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27B174C-73CC-6645-BF2E-1CD312C2D6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6E3334F-5F0A-CA49-B6F8-5620527C7A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CC15C5A-A7DA-E640-B646-B91DA4EDC664}"/>
              </a:ext>
            </a:extLst>
          </p:cNvPr>
          <p:cNvSpPr>
            <a:spLocks noGrp="1"/>
          </p:cNvSpPr>
          <p:nvPr>
            <p:ph type="dt" sz="half" idx="10"/>
          </p:nvPr>
        </p:nvSpPr>
        <p:spPr/>
        <p:txBody>
          <a:bodyPr/>
          <a:lstStyle/>
          <a:p>
            <a:fld id="{21659C4D-47A6-F444-BFD1-F27D9FE3F313}" type="datetimeFigureOut">
              <a:rPr lang="en-US" smtClean="0"/>
              <a:t>3/9/26</a:t>
            </a:fld>
            <a:endParaRPr lang="en-US"/>
          </a:p>
        </p:txBody>
      </p:sp>
      <p:sp>
        <p:nvSpPr>
          <p:cNvPr id="8" name="Footer Placeholder 7">
            <a:extLst>
              <a:ext uri="{FF2B5EF4-FFF2-40B4-BE49-F238E27FC236}">
                <a16:creationId xmlns:a16="http://schemas.microsoft.com/office/drawing/2014/main" id="{9F5AFA08-F4FF-5C47-8F4C-D495927AB6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6F5DB57-C4FB-9547-A8B9-6ED0FC6C810B}"/>
              </a:ext>
            </a:extLst>
          </p:cNvPr>
          <p:cNvSpPr>
            <a:spLocks noGrp="1"/>
          </p:cNvSpPr>
          <p:nvPr>
            <p:ph type="sldNum" sz="quarter" idx="12"/>
          </p:nvPr>
        </p:nvSpPr>
        <p:spPr/>
        <p:txBody>
          <a:bodyPr/>
          <a:lstStyle/>
          <a:p>
            <a:fld id="{C877D7C0-1C18-B844-ABD5-FD52B6EE9820}" type="slidenum">
              <a:rPr lang="en-US" smtClean="0"/>
              <a:t>‹#›</a:t>
            </a:fld>
            <a:endParaRPr lang="en-US"/>
          </a:p>
        </p:txBody>
      </p:sp>
    </p:spTree>
    <p:extLst>
      <p:ext uri="{BB962C8B-B14F-4D97-AF65-F5344CB8AC3E}">
        <p14:creationId xmlns:p14="http://schemas.microsoft.com/office/powerpoint/2010/main" val="2022463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F762B-92DB-8D41-B6CC-3CC811D7F24B}"/>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DC24928-9BDF-884C-BDFA-92AA6A8D3480}"/>
              </a:ext>
            </a:extLst>
          </p:cNvPr>
          <p:cNvSpPr>
            <a:spLocks noGrp="1"/>
          </p:cNvSpPr>
          <p:nvPr>
            <p:ph type="dt" sz="half" idx="10"/>
          </p:nvPr>
        </p:nvSpPr>
        <p:spPr/>
        <p:txBody>
          <a:bodyPr/>
          <a:lstStyle/>
          <a:p>
            <a:fld id="{21659C4D-47A6-F444-BFD1-F27D9FE3F313}" type="datetimeFigureOut">
              <a:rPr lang="en-US" smtClean="0"/>
              <a:t>3/9/26</a:t>
            </a:fld>
            <a:endParaRPr lang="en-US"/>
          </a:p>
        </p:txBody>
      </p:sp>
      <p:sp>
        <p:nvSpPr>
          <p:cNvPr id="4" name="Footer Placeholder 3">
            <a:extLst>
              <a:ext uri="{FF2B5EF4-FFF2-40B4-BE49-F238E27FC236}">
                <a16:creationId xmlns:a16="http://schemas.microsoft.com/office/drawing/2014/main" id="{C122F079-172A-C049-8734-DD9841A285E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611DD3-A63C-944B-804E-89E73A0E67E0}"/>
              </a:ext>
            </a:extLst>
          </p:cNvPr>
          <p:cNvSpPr>
            <a:spLocks noGrp="1"/>
          </p:cNvSpPr>
          <p:nvPr>
            <p:ph type="sldNum" sz="quarter" idx="12"/>
          </p:nvPr>
        </p:nvSpPr>
        <p:spPr/>
        <p:txBody>
          <a:bodyPr/>
          <a:lstStyle/>
          <a:p>
            <a:fld id="{C877D7C0-1C18-B844-ABD5-FD52B6EE9820}" type="slidenum">
              <a:rPr lang="en-US" smtClean="0"/>
              <a:t>‹#›</a:t>
            </a:fld>
            <a:endParaRPr lang="en-US"/>
          </a:p>
        </p:txBody>
      </p:sp>
    </p:spTree>
    <p:extLst>
      <p:ext uri="{BB962C8B-B14F-4D97-AF65-F5344CB8AC3E}">
        <p14:creationId xmlns:p14="http://schemas.microsoft.com/office/powerpoint/2010/main" val="1803256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334B75-AFD7-5048-971B-58BE70F9B6FE}"/>
              </a:ext>
            </a:extLst>
          </p:cNvPr>
          <p:cNvSpPr>
            <a:spLocks noGrp="1"/>
          </p:cNvSpPr>
          <p:nvPr>
            <p:ph type="dt" sz="half" idx="10"/>
          </p:nvPr>
        </p:nvSpPr>
        <p:spPr/>
        <p:txBody>
          <a:bodyPr/>
          <a:lstStyle/>
          <a:p>
            <a:fld id="{21659C4D-47A6-F444-BFD1-F27D9FE3F313}" type="datetimeFigureOut">
              <a:rPr lang="en-US" smtClean="0"/>
              <a:t>3/9/26</a:t>
            </a:fld>
            <a:endParaRPr lang="en-US"/>
          </a:p>
        </p:txBody>
      </p:sp>
      <p:sp>
        <p:nvSpPr>
          <p:cNvPr id="3" name="Footer Placeholder 2">
            <a:extLst>
              <a:ext uri="{FF2B5EF4-FFF2-40B4-BE49-F238E27FC236}">
                <a16:creationId xmlns:a16="http://schemas.microsoft.com/office/drawing/2014/main" id="{8578C245-4ACA-C34E-B3FE-00F8077761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E64C9D-C5BE-5843-BABA-C6CE59BC5DC2}"/>
              </a:ext>
            </a:extLst>
          </p:cNvPr>
          <p:cNvSpPr>
            <a:spLocks noGrp="1"/>
          </p:cNvSpPr>
          <p:nvPr>
            <p:ph type="sldNum" sz="quarter" idx="12"/>
          </p:nvPr>
        </p:nvSpPr>
        <p:spPr/>
        <p:txBody>
          <a:bodyPr/>
          <a:lstStyle/>
          <a:p>
            <a:fld id="{C877D7C0-1C18-B844-ABD5-FD52B6EE9820}" type="slidenum">
              <a:rPr lang="en-US" smtClean="0"/>
              <a:t>‹#›</a:t>
            </a:fld>
            <a:endParaRPr lang="en-US"/>
          </a:p>
        </p:txBody>
      </p:sp>
    </p:spTree>
    <p:extLst>
      <p:ext uri="{BB962C8B-B14F-4D97-AF65-F5344CB8AC3E}">
        <p14:creationId xmlns:p14="http://schemas.microsoft.com/office/powerpoint/2010/main" val="1470184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4F366-DD71-A343-829F-6A54D0CB4D0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5B12152-E37B-8146-82AF-93CB2E1BD2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CCF967E-C842-4E47-9E51-57D0529BF0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BD47A71-DB16-1445-AC63-1323D65BCCED}"/>
              </a:ext>
            </a:extLst>
          </p:cNvPr>
          <p:cNvSpPr>
            <a:spLocks noGrp="1"/>
          </p:cNvSpPr>
          <p:nvPr>
            <p:ph type="dt" sz="half" idx="10"/>
          </p:nvPr>
        </p:nvSpPr>
        <p:spPr/>
        <p:txBody>
          <a:bodyPr/>
          <a:lstStyle/>
          <a:p>
            <a:fld id="{21659C4D-47A6-F444-BFD1-F27D9FE3F313}" type="datetimeFigureOut">
              <a:rPr lang="en-US" smtClean="0"/>
              <a:t>3/9/26</a:t>
            </a:fld>
            <a:endParaRPr lang="en-US"/>
          </a:p>
        </p:txBody>
      </p:sp>
      <p:sp>
        <p:nvSpPr>
          <p:cNvPr id="6" name="Footer Placeholder 5">
            <a:extLst>
              <a:ext uri="{FF2B5EF4-FFF2-40B4-BE49-F238E27FC236}">
                <a16:creationId xmlns:a16="http://schemas.microsoft.com/office/drawing/2014/main" id="{6E8E76C2-EB75-374F-A386-02C346401B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258BE9-793F-A24F-A8AC-8CDC30B78F15}"/>
              </a:ext>
            </a:extLst>
          </p:cNvPr>
          <p:cNvSpPr>
            <a:spLocks noGrp="1"/>
          </p:cNvSpPr>
          <p:nvPr>
            <p:ph type="sldNum" sz="quarter" idx="12"/>
          </p:nvPr>
        </p:nvSpPr>
        <p:spPr/>
        <p:txBody>
          <a:bodyPr/>
          <a:lstStyle/>
          <a:p>
            <a:fld id="{C877D7C0-1C18-B844-ABD5-FD52B6EE9820}" type="slidenum">
              <a:rPr lang="en-US" smtClean="0"/>
              <a:t>‹#›</a:t>
            </a:fld>
            <a:endParaRPr lang="en-US"/>
          </a:p>
        </p:txBody>
      </p:sp>
    </p:spTree>
    <p:extLst>
      <p:ext uri="{BB962C8B-B14F-4D97-AF65-F5344CB8AC3E}">
        <p14:creationId xmlns:p14="http://schemas.microsoft.com/office/powerpoint/2010/main" val="1970582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7067D-8D84-9A4B-A769-AD564F32132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94CA1A7-4D1D-2E43-8C64-10F0D8C169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40826C-6D5A-5E4F-ACE4-C3E7AE7B71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CB03C3-7329-144A-AE56-757821353E18}"/>
              </a:ext>
            </a:extLst>
          </p:cNvPr>
          <p:cNvSpPr>
            <a:spLocks noGrp="1"/>
          </p:cNvSpPr>
          <p:nvPr>
            <p:ph type="dt" sz="half" idx="10"/>
          </p:nvPr>
        </p:nvSpPr>
        <p:spPr/>
        <p:txBody>
          <a:bodyPr/>
          <a:lstStyle/>
          <a:p>
            <a:fld id="{21659C4D-47A6-F444-BFD1-F27D9FE3F313}" type="datetimeFigureOut">
              <a:rPr lang="en-US" smtClean="0"/>
              <a:t>3/9/26</a:t>
            </a:fld>
            <a:endParaRPr lang="en-US"/>
          </a:p>
        </p:txBody>
      </p:sp>
      <p:sp>
        <p:nvSpPr>
          <p:cNvPr id="6" name="Footer Placeholder 5">
            <a:extLst>
              <a:ext uri="{FF2B5EF4-FFF2-40B4-BE49-F238E27FC236}">
                <a16:creationId xmlns:a16="http://schemas.microsoft.com/office/drawing/2014/main" id="{4FF1BE58-3BE3-834C-9920-D8082DD6F5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37159E-5755-B04F-A013-9A9EF4886927}"/>
              </a:ext>
            </a:extLst>
          </p:cNvPr>
          <p:cNvSpPr>
            <a:spLocks noGrp="1"/>
          </p:cNvSpPr>
          <p:nvPr>
            <p:ph type="sldNum" sz="quarter" idx="12"/>
          </p:nvPr>
        </p:nvSpPr>
        <p:spPr/>
        <p:txBody>
          <a:bodyPr/>
          <a:lstStyle/>
          <a:p>
            <a:fld id="{C877D7C0-1C18-B844-ABD5-FD52B6EE9820}" type="slidenum">
              <a:rPr lang="en-US" smtClean="0"/>
              <a:t>‹#›</a:t>
            </a:fld>
            <a:endParaRPr lang="en-US"/>
          </a:p>
        </p:txBody>
      </p:sp>
    </p:spTree>
    <p:extLst>
      <p:ext uri="{BB962C8B-B14F-4D97-AF65-F5344CB8AC3E}">
        <p14:creationId xmlns:p14="http://schemas.microsoft.com/office/powerpoint/2010/main" val="2990313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FFB90-F858-9A4F-948F-3B7CDB152EF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408E9DE-A19F-0143-8EBB-B723611328A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4B6DEA-840C-DF48-8101-C1C0DFA3AA8F}"/>
              </a:ext>
            </a:extLst>
          </p:cNvPr>
          <p:cNvSpPr>
            <a:spLocks noGrp="1"/>
          </p:cNvSpPr>
          <p:nvPr>
            <p:ph type="dt" sz="half" idx="10"/>
          </p:nvPr>
        </p:nvSpPr>
        <p:spPr/>
        <p:txBody>
          <a:bodyPr/>
          <a:lstStyle/>
          <a:p>
            <a:fld id="{21659C4D-47A6-F444-BFD1-F27D9FE3F313}" type="datetimeFigureOut">
              <a:rPr lang="en-US" smtClean="0"/>
              <a:t>3/9/26</a:t>
            </a:fld>
            <a:endParaRPr lang="en-US"/>
          </a:p>
        </p:txBody>
      </p:sp>
      <p:sp>
        <p:nvSpPr>
          <p:cNvPr id="5" name="Footer Placeholder 4">
            <a:extLst>
              <a:ext uri="{FF2B5EF4-FFF2-40B4-BE49-F238E27FC236}">
                <a16:creationId xmlns:a16="http://schemas.microsoft.com/office/drawing/2014/main" id="{7C1A873A-5841-EF4B-A720-38D9A83AE2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84B7D9-6F21-0D42-879F-311BF9E455F5}"/>
              </a:ext>
            </a:extLst>
          </p:cNvPr>
          <p:cNvSpPr>
            <a:spLocks noGrp="1"/>
          </p:cNvSpPr>
          <p:nvPr>
            <p:ph type="sldNum" sz="quarter" idx="12"/>
          </p:nvPr>
        </p:nvSpPr>
        <p:spPr/>
        <p:txBody>
          <a:bodyPr/>
          <a:lstStyle/>
          <a:p>
            <a:fld id="{C877D7C0-1C18-B844-ABD5-FD52B6EE9820}" type="slidenum">
              <a:rPr lang="en-US" smtClean="0"/>
              <a:t>‹#›</a:t>
            </a:fld>
            <a:endParaRPr lang="en-US"/>
          </a:p>
        </p:txBody>
      </p:sp>
    </p:spTree>
    <p:extLst>
      <p:ext uri="{BB962C8B-B14F-4D97-AF65-F5344CB8AC3E}">
        <p14:creationId xmlns:p14="http://schemas.microsoft.com/office/powerpoint/2010/main" val="3927923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0819DE-7FCA-1142-8B2A-4496AE05E28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149A341-95DA-9847-BBEF-F4BA0B05522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45D40E1-1E2E-8C46-AA3A-7AF77712F210}"/>
              </a:ext>
            </a:extLst>
          </p:cNvPr>
          <p:cNvSpPr>
            <a:spLocks noGrp="1"/>
          </p:cNvSpPr>
          <p:nvPr>
            <p:ph type="dt" sz="half" idx="10"/>
          </p:nvPr>
        </p:nvSpPr>
        <p:spPr/>
        <p:txBody>
          <a:bodyPr/>
          <a:lstStyle/>
          <a:p>
            <a:fld id="{21659C4D-47A6-F444-BFD1-F27D9FE3F313}" type="datetimeFigureOut">
              <a:rPr lang="en-US" smtClean="0"/>
              <a:t>3/9/26</a:t>
            </a:fld>
            <a:endParaRPr lang="en-US"/>
          </a:p>
        </p:txBody>
      </p:sp>
      <p:sp>
        <p:nvSpPr>
          <p:cNvPr id="5" name="Footer Placeholder 4">
            <a:extLst>
              <a:ext uri="{FF2B5EF4-FFF2-40B4-BE49-F238E27FC236}">
                <a16:creationId xmlns:a16="http://schemas.microsoft.com/office/drawing/2014/main" id="{EF684963-EA60-FF48-AC47-7DAF7C2446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2AB624-AF70-274A-ACD9-8340FDC569A8}"/>
              </a:ext>
            </a:extLst>
          </p:cNvPr>
          <p:cNvSpPr>
            <a:spLocks noGrp="1"/>
          </p:cNvSpPr>
          <p:nvPr>
            <p:ph type="sldNum" sz="quarter" idx="12"/>
          </p:nvPr>
        </p:nvSpPr>
        <p:spPr/>
        <p:txBody>
          <a:bodyPr/>
          <a:lstStyle/>
          <a:p>
            <a:fld id="{C877D7C0-1C18-B844-ABD5-FD52B6EE9820}" type="slidenum">
              <a:rPr lang="en-US" smtClean="0"/>
              <a:t>‹#›</a:t>
            </a:fld>
            <a:endParaRPr lang="en-US"/>
          </a:p>
        </p:txBody>
      </p:sp>
    </p:spTree>
    <p:extLst>
      <p:ext uri="{BB962C8B-B14F-4D97-AF65-F5344CB8AC3E}">
        <p14:creationId xmlns:p14="http://schemas.microsoft.com/office/powerpoint/2010/main" val="1368295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15FFB9A-F3F6-8946-9ABA-98B8C06C07F5}"/>
              </a:ext>
            </a:extLst>
          </p:cNvPr>
          <p:cNvSpPr>
            <a:spLocks noGrp="1"/>
          </p:cNvSpPr>
          <p:nvPr>
            <p:ph type="title" hasCustomPrompt="1"/>
          </p:nvPr>
        </p:nvSpPr>
        <p:spPr>
          <a:xfrm>
            <a:off x="831851" y="1209040"/>
            <a:ext cx="5264150" cy="2578867"/>
          </a:xfrm>
        </p:spPr>
        <p:txBody>
          <a:bodyPr anchor="b">
            <a:normAutofit/>
          </a:bodyPr>
          <a:lstStyle>
            <a:lvl1pPr>
              <a:defRPr sz="4400">
                <a:solidFill>
                  <a:schemeClr val="tx1"/>
                </a:solidFill>
              </a:defRPr>
            </a:lvl1pPr>
          </a:lstStyle>
          <a:p>
            <a:r>
              <a:rPr lang="en-GB" dirty="0"/>
              <a:t>Click to edit Master title style w/ image</a:t>
            </a:r>
            <a:endParaRPr lang="en-US" dirty="0"/>
          </a:p>
        </p:txBody>
      </p:sp>
      <p:sp>
        <p:nvSpPr>
          <p:cNvPr id="8" name="Text Placeholder 2">
            <a:extLst>
              <a:ext uri="{FF2B5EF4-FFF2-40B4-BE49-F238E27FC236}">
                <a16:creationId xmlns:a16="http://schemas.microsoft.com/office/drawing/2014/main" id="{5333B02D-6238-4843-B9D5-1E272AAC556A}"/>
              </a:ext>
            </a:extLst>
          </p:cNvPr>
          <p:cNvSpPr>
            <a:spLocks noGrp="1"/>
          </p:cNvSpPr>
          <p:nvPr>
            <p:ph type="body" idx="1"/>
          </p:nvPr>
        </p:nvSpPr>
        <p:spPr>
          <a:xfrm>
            <a:off x="831851" y="3814895"/>
            <a:ext cx="526415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14" name="Logo" descr="UK Data Service logo">
            <a:extLst>
              <a:ext uri="{FF2B5EF4-FFF2-40B4-BE49-F238E27FC236}">
                <a16:creationId xmlns:a16="http://schemas.microsoft.com/office/drawing/2014/main" id="{76C60B7B-315C-B548-A043-C196F7D38CB3}"/>
              </a:ext>
            </a:extLst>
          </p:cNvPr>
          <p:cNvPicPr>
            <a:picLocks noChangeAspect="1"/>
          </p:cNvPicPr>
          <p:nvPr userDrawn="1"/>
        </p:nvPicPr>
        <p:blipFill>
          <a:blip r:embed="rId2"/>
          <a:stretch>
            <a:fillRect/>
          </a:stretch>
        </p:blipFill>
        <p:spPr>
          <a:xfrm>
            <a:off x="599440" y="182880"/>
            <a:ext cx="3101521" cy="1059831"/>
          </a:xfrm>
          <a:prstGeom prst="rect">
            <a:avLst/>
          </a:prstGeom>
        </p:spPr>
      </p:pic>
      <p:sp>
        <p:nvSpPr>
          <p:cNvPr id="13" name="Picture Placeholder 2" descr="[Image description to go here]">
            <a:extLst>
              <a:ext uri="{FF2B5EF4-FFF2-40B4-BE49-F238E27FC236}">
                <a16:creationId xmlns:a16="http://schemas.microsoft.com/office/drawing/2014/main" id="{3C9C5F8A-2236-FE4B-91BF-E087092BF608}"/>
              </a:ext>
            </a:extLst>
          </p:cNvPr>
          <p:cNvSpPr>
            <a:spLocks noGrp="1"/>
          </p:cNvSpPr>
          <p:nvPr>
            <p:ph type="pic" idx="13" hasCustomPrompt="1"/>
          </p:nvPr>
        </p:nvSpPr>
        <p:spPr>
          <a:xfrm>
            <a:off x="8077200" y="1"/>
            <a:ext cx="4114800" cy="6857999"/>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Place black and white image for generic/service content or </a:t>
            </a:r>
            <a:r>
              <a:rPr lang="en-US" dirty="0" err="1"/>
              <a:t>colour</a:t>
            </a:r>
            <a:r>
              <a:rPr lang="en-US" dirty="0"/>
              <a:t> image for ‘impact’ content.</a:t>
            </a:r>
          </a:p>
        </p:txBody>
      </p:sp>
      <p:sp>
        <p:nvSpPr>
          <p:cNvPr id="12" name="Picture Placeholder 2">
            <a:extLst>
              <a:ext uri="{FF2B5EF4-FFF2-40B4-BE49-F238E27FC236}">
                <a16:creationId xmlns:a16="http://schemas.microsoft.com/office/drawing/2014/main" id="{F2791F5A-39D3-DC4F-AA9D-8EF80ABB167C}"/>
              </a:ext>
              <a:ext uri="{C183D7F6-B498-43B3-948B-1728B52AA6E4}">
                <adec:decorative xmlns:adec="http://schemas.microsoft.com/office/drawing/2017/decorative" val="1"/>
              </a:ext>
            </a:extLst>
          </p:cNvPr>
          <p:cNvSpPr>
            <a:spLocks noGrp="1"/>
          </p:cNvSpPr>
          <p:nvPr>
            <p:ph type="pic" idx="14" hasCustomPrompt="1"/>
          </p:nvPr>
        </p:nvSpPr>
        <p:spPr>
          <a:xfrm>
            <a:off x="6213474" y="2388526"/>
            <a:ext cx="3727451" cy="2852737"/>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Place hex graphic here to overlay black and white image.</a:t>
            </a:r>
          </a:p>
        </p:txBody>
      </p:sp>
      <p:pic>
        <p:nvPicPr>
          <p:cNvPr id="10" name="Picture 9" descr="UKRI Economic and Social Research Council logo">
            <a:extLst>
              <a:ext uri="{FF2B5EF4-FFF2-40B4-BE49-F238E27FC236}">
                <a16:creationId xmlns:a16="http://schemas.microsoft.com/office/drawing/2014/main" id="{B406835A-EC17-A04A-BE37-2B9F3923BD3C}"/>
              </a:ext>
            </a:extLst>
          </p:cNvPr>
          <p:cNvPicPr>
            <a:picLocks noChangeAspect="1"/>
          </p:cNvPicPr>
          <p:nvPr userDrawn="1"/>
        </p:nvPicPr>
        <p:blipFill>
          <a:blip r:embed="rId3"/>
          <a:stretch>
            <a:fillRect/>
          </a:stretch>
        </p:blipFill>
        <p:spPr>
          <a:xfrm>
            <a:off x="831851" y="5527040"/>
            <a:ext cx="2210353" cy="560520"/>
          </a:xfrm>
          <a:prstGeom prst="rect">
            <a:avLst/>
          </a:prstGeom>
        </p:spPr>
      </p:pic>
      <p:sp>
        <p:nvSpPr>
          <p:cNvPr id="4" name="Date Placeholder 3">
            <a:extLst>
              <a:ext uri="{FF2B5EF4-FFF2-40B4-BE49-F238E27FC236}">
                <a16:creationId xmlns:a16="http://schemas.microsoft.com/office/drawing/2014/main" id="{7EDFE899-5F81-544E-A915-E6320293E09D}"/>
              </a:ext>
            </a:extLst>
          </p:cNvPr>
          <p:cNvSpPr>
            <a:spLocks noGrp="1"/>
          </p:cNvSpPr>
          <p:nvPr>
            <p:ph type="dt" sz="half" idx="10"/>
          </p:nvPr>
        </p:nvSpPr>
        <p:spPr/>
        <p:txBody>
          <a:bodyPr/>
          <a:lstStyle/>
          <a:p>
            <a:fld id="{7AB3EE13-5FCB-9C42-A93B-39A2047ADC20}" type="datetime1">
              <a:rPr lang="en-GB" smtClean="0"/>
              <a:t>09/03/2026</a:t>
            </a:fld>
            <a:endParaRPr lang="en-US" dirty="0"/>
          </a:p>
        </p:txBody>
      </p:sp>
      <p:sp>
        <p:nvSpPr>
          <p:cNvPr id="5" name="Footer Placeholder 4">
            <a:extLst>
              <a:ext uri="{FF2B5EF4-FFF2-40B4-BE49-F238E27FC236}">
                <a16:creationId xmlns:a16="http://schemas.microsoft.com/office/drawing/2014/main" id="{2FB821E7-45D7-F74F-B564-964148DA00E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C9A7D14-C32E-2C42-98CD-EAC78D9BD1FA}"/>
              </a:ext>
            </a:extLst>
          </p:cNvPr>
          <p:cNvSpPr>
            <a:spLocks noGrp="1"/>
          </p:cNvSpPr>
          <p:nvPr>
            <p:ph type="sldNum" sz="quarter" idx="12"/>
          </p:nvPr>
        </p:nvSpPr>
        <p:spPr/>
        <p:txBody>
          <a:bodyPr/>
          <a:lstStyle/>
          <a:p>
            <a:fld id="{016687C5-7511-7743-B429-3BDBE272F28B}" type="slidenum">
              <a:rPr lang="en-US" smtClean="0"/>
              <a:t>‹#›</a:t>
            </a:fld>
            <a:endParaRPr lang="en-US"/>
          </a:p>
        </p:txBody>
      </p:sp>
    </p:spTree>
    <p:extLst>
      <p:ext uri="{BB962C8B-B14F-4D97-AF65-F5344CB8AC3E}">
        <p14:creationId xmlns:p14="http://schemas.microsoft.com/office/powerpoint/2010/main" val="17676821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Final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257F14C-28EB-D44F-835B-2A45258A3E7D}"/>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4440193" y="0"/>
            <a:ext cx="4140000" cy="4140000"/>
          </a:xfrm>
          <a:prstGeom prst="rect">
            <a:avLst/>
          </a:prstGeom>
        </p:spPr>
      </p:pic>
      <p:pic>
        <p:nvPicPr>
          <p:cNvPr id="15" name="Picture 14">
            <a:extLst>
              <a:ext uri="{FF2B5EF4-FFF2-40B4-BE49-F238E27FC236}">
                <a16:creationId xmlns:a16="http://schemas.microsoft.com/office/drawing/2014/main" id="{3DCBD7EA-7633-8544-82AA-792AA39D270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8052000" y="2718000"/>
            <a:ext cx="4140000" cy="4140000"/>
          </a:xfrm>
          <a:prstGeom prst="rect">
            <a:avLst/>
          </a:prstGeom>
        </p:spPr>
      </p:pic>
      <p:sp>
        <p:nvSpPr>
          <p:cNvPr id="13" name="Title 1">
            <a:extLst>
              <a:ext uri="{FF2B5EF4-FFF2-40B4-BE49-F238E27FC236}">
                <a16:creationId xmlns:a16="http://schemas.microsoft.com/office/drawing/2014/main" id="{2278BD0B-2407-594E-B441-F29356308E5A}"/>
              </a:ext>
            </a:extLst>
          </p:cNvPr>
          <p:cNvSpPr>
            <a:spLocks noGrp="1"/>
          </p:cNvSpPr>
          <p:nvPr>
            <p:ph type="title"/>
          </p:nvPr>
        </p:nvSpPr>
        <p:spPr>
          <a:xfrm>
            <a:off x="831850" y="1240077"/>
            <a:ext cx="5264150" cy="2547830"/>
          </a:xfrm>
        </p:spPr>
        <p:txBody>
          <a:bodyPr anchor="b">
            <a:normAutofit/>
          </a:bodyPr>
          <a:lstStyle>
            <a:lvl1pPr>
              <a:defRPr sz="4400"/>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3073C0B5-D10A-244A-A642-F2ECD8D216A4}"/>
              </a:ext>
            </a:extLst>
          </p:cNvPr>
          <p:cNvSpPr>
            <a:spLocks noGrp="1"/>
          </p:cNvSpPr>
          <p:nvPr>
            <p:ph type="body" idx="1" hasCustomPrompt="1"/>
          </p:nvPr>
        </p:nvSpPr>
        <p:spPr>
          <a:xfrm>
            <a:off x="831850" y="3814895"/>
            <a:ext cx="5264150" cy="1500187"/>
          </a:xfrm>
        </p:spPr>
        <p:txBody>
          <a:bodyPr/>
          <a:lstStyle>
            <a:lvl1pPr marL="0" indent="0">
              <a:buNone/>
              <a:defRPr sz="2400">
                <a:solidFill>
                  <a:schemeClr val="tx2">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Insert contact details [name, email]</a:t>
            </a:r>
          </a:p>
        </p:txBody>
      </p:sp>
      <p:pic>
        <p:nvPicPr>
          <p:cNvPr id="17" name="Logo" descr="UK Data Service logo">
            <a:extLst>
              <a:ext uri="{FF2B5EF4-FFF2-40B4-BE49-F238E27FC236}">
                <a16:creationId xmlns:a16="http://schemas.microsoft.com/office/drawing/2014/main" id="{0F76BA20-AA2B-7340-AC15-C4F4ACBB3B65}"/>
              </a:ext>
            </a:extLst>
          </p:cNvPr>
          <p:cNvPicPr>
            <a:picLocks noChangeAspect="1"/>
          </p:cNvPicPr>
          <p:nvPr userDrawn="1"/>
        </p:nvPicPr>
        <p:blipFill>
          <a:blip r:embed="rId4"/>
          <a:stretch>
            <a:fillRect/>
          </a:stretch>
        </p:blipFill>
        <p:spPr>
          <a:xfrm>
            <a:off x="599440" y="182880"/>
            <a:ext cx="3101521" cy="1059831"/>
          </a:xfrm>
          <a:prstGeom prst="rect">
            <a:avLst/>
          </a:prstGeom>
        </p:spPr>
      </p:pic>
      <p:sp>
        <p:nvSpPr>
          <p:cNvPr id="3" name="Date Placeholder 2">
            <a:extLst>
              <a:ext uri="{FF2B5EF4-FFF2-40B4-BE49-F238E27FC236}">
                <a16:creationId xmlns:a16="http://schemas.microsoft.com/office/drawing/2014/main" id="{46CEB37C-4AD6-6546-88C7-0D5145F73F1B}"/>
              </a:ext>
            </a:extLst>
          </p:cNvPr>
          <p:cNvSpPr>
            <a:spLocks noGrp="1"/>
          </p:cNvSpPr>
          <p:nvPr>
            <p:ph type="dt" sz="half" idx="10"/>
          </p:nvPr>
        </p:nvSpPr>
        <p:spPr/>
        <p:txBody>
          <a:bodyPr/>
          <a:lstStyle/>
          <a:p>
            <a:fld id="{45591B23-550B-D34F-BD1A-05839C075451}" type="datetime1">
              <a:rPr lang="en-GB" smtClean="0"/>
              <a:t>09/03/2026</a:t>
            </a:fld>
            <a:endParaRPr lang="en-US"/>
          </a:p>
        </p:txBody>
      </p:sp>
      <p:sp>
        <p:nvSpPr>
          <p:cNvPr id="4" name="Footer Placeholder 3">
            <a:extLst>
              <a:ext uri="{FF2B5EF4-FFF2-40B4-BE49-F238E27FC236}">
                <a16:creationId xmlns:a16="http://schemas.microsoft.com/office/drawing/2014/main" id="{EFF34D09-7FF5-A642-B57F-6056C877E7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949AC83-1E27-5343-BB94-CDF1C9977B06}"/>
              </a:ext>
            </a:extLst>
          </p:cNvPr>
          <p:cNvSpPr>
            <a:spLocks noGrp="1"/>
          </p:cNvSpPr>
          <p:nvPr>
            <p:ph type="sldNum" sz="quarter" idx="12"/>
          </p:nvPr>
        </p:nvSpPr>
        <p:spPr/>
        <p:txBody>
          <a:bodyPr/>
          <a:lstStyle/>
          <a:p>
            <a:fld id="{016687C5-7511-7743-B429-3BDBE272F28B}" type="slidenum">
              <a:rPr lang="en-US" smtClean="0"/>
              <a:t>‹#›</a:t>
            </a:fld>
            <a:endParaRPr lang="en-US"/>
          </a:p>
        </p:txBody>
      </p:sp>
    </p:spTree>
    <p:extLst>
      <p:ext uri="{BB962C8B-B14F-4D97-AF65-F5344CB8AC3E}">
        <p14:creationId xmlns:p14="http://schemas.microsoft.com/office/powerpoint/2010/main" val="25147087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Generic Section Titl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E568CA6-59BD-244B-9036-0C61FAFBFC2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8160000" y="1818000"/>
            <a:ext cx="4032000" cy="5040000"/>
          </a:xfrm>
          <a:prstGeom prst="rect">
            <a:avLst/>
          </a:prstGeom>
        </p:spPr>
      </p:pic>
      <p:sp>
        <p:nvSpPr>
          <p:cNvPr id="15" name="Title 1">
            <a:extLst>
              <a:ext uri="{FF2B5EF4-FFF2-40B4-BE49-F238E27FC236}">
                <a16:creationId xmlns:a16="http://schemas.microsoft.com/office/drawing/2014/main" id="{D7F1ED91-20F3-6C45-B97B-320BA4DC48B7}"/>
              </a:ext>
            </a:extLst>
          </p:cNvPr>
          <p:cNvSpPr>
            <a:spLocks noGrp="1"/>
          </p:cNvSpPr>
          <p:nvPr>
            <p:ph type="title"/>
          </p:nvPr>
        </p:nvSpPr>
        <p:spPr>
          <a:xfrm>
            <a:off x="831850" y="1229360"/>
            <a:ext cx="7347646" cy="2558547"/>
          </a:xfrm>
        </p:spPr>
        <p:txBody>
          <a:bodyPr anchor="b">
            <a:normAutofit/>
          </a:bodyPr>
          <a:lstStyle>
            <a:lvl1pPr>
              <a:defRPr sz="4400"/>
            </a:lvl1pPr>
          </a:lstStyle>
          <a:p>
            <a:r>
              <a:rPr lang="en-US"/>
              <a:t>Click to edit Master title style</a:t>
            </a:r>
            <a:endParaRPr lang="en-US" dirty="0"/>
          </a:p>
        </p:txBody>
      </p:sp>
      <p:sp>
        <p:nvSpPr>
          <p:cNvPr id="16" name="Text Placeholder 2">
            <a:extLst>
              <a:ext uri="{FF2B5EF4-FFF2-40B4-BE49-F238E27FC236}">
                <a16:creationId xmlns:a16="http://schemas.microsoft.com/office/drawing/2014/main" id="{ACAD05E5-D687-604F-9665-B43A8F5A0F15}"/>
              </a:ext>
            </a:extLst>
          </p:cNvPr>
          <p:cNvSpPr>
            <a:spLocks noGrp="1"/>
          </p:cNvSpPr>
          <p:nvPr>
            <p:ph type="body" idx="1"/>
          </p:nvPr>
        </p:nvSpPr>
        <p:spPr>
          <a:xfrm>
            <a:off x="831850" y="3814895"/>
            <a:ext cx="7336790" cy="1500187"/>
          </a:xfrm>
        </p:spPr>
        <p:txBody>
          <a:bodyPr/>
          <a:lstStyle>
            <a:lvl1pPr marL="0" indent="0">
              <a:buNone/>
              <a:defRPr sz="2400">
                <a:solidFill>
                  <a:schemeClr val="tx2">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11" name="Picture 10" descr="UK Data Service logo">
            <a:extLst>
              <a:ext uri="{FF2B5EF4-FFF2-40B4-BE49-F238E27FC236}">
                <a16:creationId xmlns:a16="http://schemas.microsoft.com/office/drawing/2014/main" id="{156298A7-4C3C-BA4C-97D4-F2F510C5A17A}"/>
              </a:ext>
            </a:extLst>
          </p:cNvPr>
          <p:cNvPicPr>
            <a:picLocks noChangeAspect="1"/>
          </p:cNvPicPr>
          <p:nvPr userDrawn="1"/>
        </p:nvPicPr>
        <p:blipFill>
          <a:blip r:embed="rId3"/>
          <a:stretch>
            <a:fillRect/>
          </a:stretch>
        </p:blipFill>
        <p:spPr>
          <a:xfrm>
            <a:off x="599440" y="182880"/>
            <a:ext cx="3101521" cy="1059831"/>
          </a:xfrm>
          <a:prstGeom prst="rect">
            <a:avLst/>
          </a:prstGeom>
        </p:spPr>
      </p:pic>
      <p:sp>
        <p:nvSpPr>
          <p:cNvPr id="4" name="Date Placeholder 3">
            <a:extLst>
              <a:ext uri="{FF2B5EF4-FFF2-40B4-BE49-F238E27FC236}">
                <a16:creationId xmlns:a16="http://schemas.microsoft.com/office/drawing/2014/main" id="{576A7BAA-6633-ED49-B704-0C3C14CAA02E}"/>
              </a:ext>
            </a:extLst>
          </p:cNvPr>
          <p:cNvSpPr>
            <a:spLocks noGrp="1"/>
          </p:cNvSpPr>
          <p:nvPr>
            <p:ph type="dt" sz="half" idx="10"/>
          </p:nvPr>
        </p:nvSpPr>
        <p:spPr/>
        <p:txBody>
          <a:bodyPr/>
          <a:lstStyle/>
          <a:p>
            <a:fld id="{B215A42F-436F-F945-AF86-C545F1275288}" type="datetime1">
              <a:rPr lang="en-GB" smtClean="0"/>
              <a:t>09/03/2026</a:t>
            </a:fld>
            <a:endParaRPr lang="en-US" dirty="0"/>
          </a:p>
        </p:txBody>
      </p:sp>
      <p:sp>
        <p:nvSpPr>
          <p:cNvPr id="5" name="Footer Placeholder 4">
            <a:extLst>
              <a:ext uri="{FF2B5EF4-FFF2-40B4-BE49-F238E27FC236}">
                <a16:creationId xmlns:a16="http://schemas.microsoft.com/office/drawing/2014/main" id="{BFAB7BBB-4F97-4945-8A6E-B312377E7DB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24C29CD-B531-3345-9F02-2BBEC37AF461}"/>
              </a:ext>
            </a:extLst>
          </p:cNvPr>
          <p:cNvSpPr>
            <a:spLocks noGrp="1"/>
          </p:cNvSpPr>
          <p:nvPr>
            <p:ph type="sldNum" sz="quarter" idx="12"/>
          </p:nvPr>
        </p:nvSpPr>
        <p:spPr/>
        <p:txBody>
          <a:bodyPr/>
          <a:lstStyle/>
          <a:p>
            <a:fld id="{016687C5-7511-7743-B429-3BDBE272F28B}" type="slidenum">
              <a:rPr lang="en-US" smtClean="0"/>
              <a:t>‹#›</a:t>
            </a:fld>
            <a:endParaRPr lang="en-US"/>
          </a:p>
        </p:txBody>
      </p:sp>
    </p:spTree>
    <p:extLst>
      <p:ext uri="{BB962C8B-B14F-4D97-AF65-F5344CB8AC3E}">
        <p14:creationId xmlns:p14="http://schemas.microsoft.com/office/powerpoint/2010/main" val="19192101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ingle text block (Small Hex)">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AB4B117-0BB7-B947-BBCE-4B75B6FF2C13}"/>
              </a:ext>
            </a:extLst>
          </p:cNvPr>
          <p:cNvSpPr>
            <a:spLocks noGrp="1"/>
          </p:cNvSpPr>
          <p:nvPr>
            <p:ph type="title"/>
          </p:nvPr>
        </p:nvSpPr>
        <p:spPr>
          <a:xfrm>
            <a:off x="838200" y="365125"/>
            <a:ext cx="9977271" cy="548819"/>
          </a:xfrm>
        </p:spPr>
        <p:txBody>
          <a:bodyPr>
            <a:noAutofit/>
          </a:bodyPr>
          <a:lstStyle>
            <a:lvl1pPr>
              <a:defRPr sz="4500"/>
            </a:lvl1pPr>
          </a:lstStyle>
          <a:p>
            <a:r>
              <a:rPr lang="en-US"/>
              <a:t>Click to edit Master title style</a:t>
            </a:r>
          </a:p>
        </p:txBody>
      </p:sp>
      <p:sp>
        <p:nvSpPr>
          <p:cNvPr id="10" name="Text Placeholder 9"/>
          <p:cNvSpPr>
            <a:spLocks noGrp="1"/>
          </p:cNvSpPr>
          <p:nvPr>
            <p:ph type="body" sz="quarter" idx="13"/>
          </p:nvPr>
        </p:nvSpPr>
        <p:spPr>
          <a:xfrm>
            <a:off x="838200" y="1660525"/>
            <a:ext cx="9977438" cy="413784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a:extLst>
              <a:ext uri="{FF2B5EF4-FFF2-40B4-BE49-F238E27FC236}">
                <a16:creationId xmlns:a16="http://schemas.microsoft.com/office/drawing/2014/main" id="{EFF34D09-7FF5-A642-B57F-6056C877E7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949AC83-1E27-5343-BB94-CDF1C9977B06}"/>
              </a:ext>
            </a:extLst>
          </p:cNvPr>
          <p:cNvSpPr>
            <a:spLocks noGrp="1"/>
          </p:cNvSpPr>
          <p:nvPr>
            <p:ph type="sldNum" sz="quarter" idx="12"/>
          </p:nvPr>
        </p:nvSpPr>
        <p:spPr/>
        <p:txBody>
          <a:bodyPr/>
          <a:lstStyle/>
          <a:p>
            <a:fld id="{016687C5-7511-7743-B429-3BDBE272F28B}" type="slidenum">
              <a:rPr lang="en-US" smtClean="0"/>
              <a:t>‹#›</a:t>
            </a:fld>
            <a:endParaRPr lang="en-US"/>
          </a:p>
        </p:txBody>
      </p:sp>
      <p:sp>
        <p:nvSpPr>
          <p:cNvPr id="3" name="Date Placeholder 2">
            <a:extLst>
              <a:ext uri="{FF2B5EF4-FFF2-40B4-BE49-F238E27FC236}">
                <a16:creationId xmlns:a16="http://schemas.microsoft.com/office/drawing/2014/main" id="{46CEB37C-4AD6-6546-88C7-0D5145F73F1B}"/>
              </a:ext>
            </a:extLst>
          </p:cNvPr>
          <p:cNvSpPr>
            <a:spLocks noGrp="1"/>
          </p:cNvSpPr>
          <p:nvPr>
            <p:ph type="dt" sz="half" idx="10"/>
          </p:nvPr>
        </p:nvSpPr>
        <p:spPr/>
        <p:txBody>
          <a:bodyPr/>
          <a:lstStyle/>
          <a:p>
            <a:fld id="{F617DED8-4350-C740-BB7C-D6C45B1EB394}" type="datetime1">
              <a:rPr lang="en-GB" smtClean="0"/>
              <a:t>09/03/2026</a:t>
            </a:fld>
            <a:endParaRPr lang="en-US"/>
          </a:p>
        </p:txBody>
      </p:sp>
      <p:pic>
        <p:nvPicPr>
          <p:cNvPr id="12" name="Picture 11">
            <a:extLst>
              <a:ext uri="{FF2B5EF4-FFF2-40B4-BE49-F238E27FC236}">
                <a16:creationId xmlns:a16="http://schemas.microsoft.com/office/drawing/2014/main" id="{8E568CA6-59BD-244B-9036-0C61FAFBFC2A}"/>
              </a:ext>
            </a:extLst>
          </p:cNvPr>
          <p:cNvPicPr>
            <a:picLocks noChangeAspect="1"/>
          </p:cNvPicPr>
          <p:nvPr userDrawn="1"/>
        </p:nvPicPr>
        <p:blipFill>
          <a:blip r:embed="rId2"/>
          <a:srcRect/>
          <a:stretch/>
        </p:blipFill>
        <p:spPr>
          <a:xfrm>
            <a:off x="10647926" y="5391304"/>
            <a:ext cx="1544074" cy="1930092"/>
          </a:xfrm>
          <a:prstGeom prst="rect">
            <a:avLst/>
          </a:prstGeom>
        </p:spPr>
      </p:pic>
    </p:spTree>
    <p:extLst>
      <p:ext uri="{BB962C8B-B14F-4D97-AF65-F5344CB8AC3E}">
        <p14:creationId xmlns:p14="http://schemas.microsoft.com/office/powerpoint/2010/main" val="18347049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pic>
        <p:nvPicPr>
          <p:cNvPr id="13" name="Picture 12" descr="&quot; &quot;">
            <a:extLst>
              <a:ext uri="{FF2B5EF4-FFF2-40B4-BE49-F238E27FC236}">
                <a16:creationId xmlns:a16="http://schemas.microsoft.com/office/drawing/2014/main" id="{130685FF-8861-7240-BA53-FA31C6C9C27B}"/>
              </a:ext>
            </a:extLst>
          </p:cNvPr>
          <p:cNvPicPr>
            <a:picLocks noChangeAspect="1"/>
          </p:cNvPicPr>
          <p:nvPr userDrawn="1"/>
        </p:nvPicPr>
        <p:blipFill>
          <a:blip r:embed="rId2"/>
          <a:stretch>
            <a:fillRect/>
          </a:stretch>
        </p:blipFill>
        <p:spPr>
          <a:xfrm>
            <a:off x="8610600" y="3099873"/>
            <a:ext cx="3594462" cy="3594462"/>
          </a:xfrm>
          <a:prstGeom prst="rect">
            <a:avLst/>
          </a:prstGeom>
        </p:spPr>
      </p:pic>
      <p:sp>
        <p:nvSpPr>
          <p:cNvPr id="5" name="Date Placeholder 4">
            <a:extLst>
              <a:ext uri="{FF2B5EF4-FFF2-40B4-BE49-F238E27FC236}">
                <a16:creationId xmlns:a16="http://schemas.microsoft.com/office/drawing/2014/main" id="{8396E716-C6D3-7140-8AC0-DDCC0A368FE6}"/>
              </a:ext>
            </a:extLst>
          </p:cNvPr>
          <p:cNvSpPr>
            <a:spLocks noGrp="1"/>
          </p:cNvSpPr>
          <p:nvPr>
            <p:ph type="dt" sz="half" idx="10"/>
          </p:nvPr>
        </p:nvSpPr>
        <p:spPr/>
        <p:txBody>
          <a:bodyPr/>
          <a:lstStyle/>
          <a:p>
            <a:fld id="{BC2AF70C-7487-5D49-97F3-B37681DB2E7A}" type="datetime1">
              <a:rPr lang="en-GB" smtClean="0"/>
              <a:t>09/03/2026</a:t>
            </a:fld>
            <a:endParaRPr lang="en-US" dirty="0"/>
          </a:p>
        </p:txBody>
      </p:sp>
      <p:sp>
        <p:nvSpPr>
          <p:cNvPr id="6" name="Footer Placeholder 5">
            <a:extLst>
              <a:ext uri="{FF2B5EF4-FFF2-40B4-BE49-F238E27FC236}">
                <a16:creationId xmlns:a16="http://schemas.microsoft.com/office/drawing/2014/main" id="{0933742A-7D36-C84C-82B7-F28431F11E7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EFA0B6A-A6F4-6C45-A2B9-16CA5FF6523D}"/>
              </a:ext>
            </a:extLst>
          </p:cNvPr>
          <p:cNvSpPr>
            <a:spLocks noGrp="1"/>
          </p:cNvSpPr>
          <p:nvPr>
            <p:ph type="sldNum" sz="quarter" idx="12"/>
          </p:nvPr>
        </p:nvSpPr>
        <p:spPr/>
        <p:txBody>
          <a:bodyPr/>
          <a:lstStyle/>
          <a:p>
            <a:fld id="{016687C5-7511-7743-B429-3BDBE272F28B}" type="slidenum">
              <a:rPr lang="en-US" smtClean="0"/>
              <a:t>‹#›</a:t>
            </a:fld>
            <a:endParaRPr lang="en-US" dirty="0"/>
          </a:p>
        </p:txBody>
      </p:sp>
      <p:sp>
        <p:nvSpPr>
          <p:cNvPr id="10" name="Title 1">
            <a:extLst>
              <a:ext uri="{FF2B5EF4-FFF2-40B4-BE49-F238E27FC236}">
                <a16:creationId xmlns:a16="http://schemas.microsoft.com/office/drawing/2014/main" id="{0CBA2EDF-5ADA-2A43-803A-5C04DEC2ACCE}"/>
              </a:ext>
            </a:extLst>
          </p:cNvPr>
          <p:cNvSpPr>
            <a:spLocks noGrp="1"/>
          </p:cNvSpPr>
          <p:nvPr>
            <p:ph type="title"/>
          </p:nvPr>
        </p:nvSpPr>
        <p:spPr>
          <a:xfrm>
            <a:off x="838200" y="365125"/>
            <a:ext cx="9977271" cy="548819"/>
          </a:xfrm>
        </p:spPr>
        <p:txBody>
          <a:bodyPr>
            <a:noAutofit/>
          </a:bodyPr>
          <a:lstStyle>
            <a:lvl1pPr>
              <a:defRPr sz="4500"/>
            </a:lvl1pPr>
          </a:lstStyle>
          <a:p>
            <a:r>
              <a:rPr lang="en-US"/>
              <a:t>Click to edit Master title style</a:t>
            </a:r>
            <a:endParaRPr lang="en-US" dirty="0"/>
          </a:p>
        </p:txBody>
      </p:sp>
    </p:spTree>
    <p:extLst>
      <p:ext uri="{BB962C8B-B14F-4D97-AF65-F5344CB8AC3E}">
        <p14:creationId xmlns:p14="http://schemas.microsoft.com/office/powerpoint/2010/main" val="21163252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Single text block (Colour Hex)">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AB4B117-0BB7-B947-BBCE-4B75B6FF2C13}"/>
              </a:ext>
            </a:extLst>
          </p:cNvPr>
          <p:cNvSpPr>
            <a:spLocks noGrp="1"/>
          </p:cNvSpPr>
          <p:nvPr>
            <p:ph type="title"/>
          </p:nvPr>
        </p:nvSpPr>
        <p:spPr>
          <a:xfrm>
            <a:off x="838200" y="538123"/>
            <a:ext cx="9977271" cy="548819"/>
          </a:xfrm>
        </p:spPr>
        <p:txBody>
          <a:bodyPr>
            <a:noAutofit/>
          </a:bodyPr>
          <a:lstStyle>
            <a:lvl1pPr>
              <a:defRPr sz="3600"/>
            </a:lvl1pPr>
          </a:lstStyle>
          <a:p>
            <a:r>
              <a:rPr lang="en-US"/>
              <a:t>Click to edit Master title style</a:t>
            </a:r>
            <a:endParaRPr lang="en-US" dirty="0"/>
          </a:p>
        </p:txBody>
      </p:sp>
      <p:sp>
        <p:nvSpPr>
          <p:cNvPr id="10" name="Text Placeholder 9"/>
          <p:cNvSpPr>
            <a:spLocks noGrp="1"/>
          </p:cNvSpPr>
          <p:nvPr>
            <p:ph type="body" sz="quarter" idx="13"/>
          </p:nvPr>
        </p:nvSpPr>
        <p:spPr>
          <a:xfrm>
            <a:off x="838200" y="1548713"/>
            <a:ext cx="8843682" cy="40654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lide Number Placeholder 4">
            <a:extLst>
              <a:ext uri="{FF2B5EF4-FFF2-40B4-BE49-F238E27FC236}">
                <a16:creationId xmlns:a16="http://schemas.microsoft.com/office/drawing/2014/main" id="{E949AC83-1E27-5343-BB94-CDF1C9977B06}"/>
              </a:ext>
            </a:extLst>
          </p:cNvPr>
          <p:cNvSpPr>
            <a:spLocks noGrp="1"/>
          </p:cNvSpPr>
          <p:nvPr>
            <p:ph type="sldNum" sz="quarter" idx="12"/>
          </p:nvPr>
        </p:nvSpPr>
        <p:spPr/>
        <p:txBody>
          <a:bodyPr/>
          <a:lstStyle/>
          <a:p>
            <a:fld id="{016687C5-7511-7743-B429-3BDBE272F28B}" type="slidenum">
              <a:rPr lang="en-US" smtClean="0"/>
              <a:t>‹#›</a:t>
            </a:fld>
            <a:endParaRPr lang="en-US"/>
          </a:p>
        </p:txBody>
      </p:sp>
      <p:sp>
        <p:nvSpPr>
          <p:cNvPr id="3" name="Date Placeholder 2">
            <a:extLst>
              <a:ext uri="{FF2B5EF4-FFF2-40B4-BE49-F238E27FC236}">
                <a16:creationId xmlns:a16="http://schemas.microsoft.com/office/drawing/2014/main" id="{46CEB37C-4AD6-6546-88C7-0D5145F73F1B}"/>
              </a:ext>
            </a:extLst>
          </p:cNvPr>
          <p:cNvSpPr>
            <a:spLocks noGrp="1"/>
          </p:cNvSpPr>
          <p:nvPr>
            <p:ph type="dt" sz="half" idx="10"/>
          </p:nvPr>
        </p:nvSpPr>
        <p:spPr/>
        <p:txBody>
          <a:bodyPr/>
          <a:lstStyle/>
          <a:p>
            <a:fld id="{F617DED8-4350-C740-BB7C-D6C45B1EB394}" type="datetime1">
              <a:rPr lang="en-GB" smtClean="0"/>
              <a:t>09/03/2026</a:t>
            </a:fld>
            <a:endParaRPr lang="en-US"/>
          </a:p>
        </p:txBody>
      </p:sp>
      <p:sp>
        <p:nvSpPr>
          <p:cNvPr id="4" name="Footer Placeholder 3">
            <a:extLst>
              <a:ext uri="{FF2B5EF4-FFF2-40B4-BE49-F238E27FC236}">
                <a16:creationId xmlns:a16="http://schemas.microsoft.com/office/drawing/2014/main" id="{EFF34D09-7FF5-A642-B57F-6056C877E795}"/>
              </a:ext>
            </a:extLst>
          </p:cNvPr>
          <p:cNvSpPr>
            <a:spLocks noGrp="1"/>
          </p:cNvSpPr>
          <p:nvPr>
            <p:ph type="ftr" sz="quarter" idx="11"/>
          </p:nvPr>
        </p:nvSpPr>
        <p:spPr/>
        <p:txBody>
          <a:bodyPr/>
          <a:lstStyle/>
          <a:p>
            <a:endParaRPr lang="en-US"/>
          </a:p>
        </p:txBody>
      </p:sp>
      <p:pic>
        <p:nvPicPr>
          <p:cNvPr id="11" name="Picture 10" descr="&quot; &quot;">
            <a:extLst>
              <a:ext uri="{FF2B5EF4-FFF2-40B4-BE49-F238E27FC236}">
                <a16:creationId xmlns:a16="http://schemas.microsoft.com/office/drawing/2014/main" id="{96E4B558-0EB5-6F40-AF8C-7DF31DEF437A}"/>
              </a:ext>
            </a:extLst>
          </p:cNvPr>
          <p:cNvPicPr>
            <a:picLocks noChangeAspect="1"/>
          </p:cNvPicPr>
          <p:nvPr userDrawn="1"/>
        </p:nvPicPr>
        <p:blipFill>
          <a:blip r:embed="rId2"/>
          <a:stretch>
            <a:fillRect/>
          </a:stretch>
        </p:blipFill>
        <p:spPr>
          <a:xfrm>
            <a:off x="7112000" y="1223011"/>
            <a:ext cx="5080000" cy="6350000"/>
          </a:xfrm>
          <a:prstGeom prst="rect">
            <a:avLst/>
          </a:prstGeom>
        </p:spPr>
      </p:pic>
    </p:spTree>
    <p:extLst>
      <p:ext uri="{BB962C8B-B14F-4D97-AF65-F5344CB8AC3E}">
        <p14:creationId xmlns:p14="http://schemas.microsoft.com/office/powerpoint/2010/main" val="1363013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3F8946-CBD3-AC4F-9AD8-BE0E7CD5EA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C5979BB-9C95-A84D-A414-5D8C1526A6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7CACA9F-E7FC-F641-8DCD-38B8DB6318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659C4D-47A6-F444-BFD1-F27D9FE3F313}" type="datetimeFigureOut">
              <a:rPr lang="en-US" smtClean="0"/>
              <a:t>3/9/26</a:t>
            </a:fld>
            <a:endParaRPr lang="en-US"/>
          </a:p>
        </p:txBody>
      </p:sp>
      <p:sp>
        <p:nvSpPr>
          <p:cNvPr id="5" name="Footer Placeholder 4">
            <a:extLst>
              <a:ext uri="{FF2B5EF4-FFF2-40B4-BE49-F238E27FC236}">
                <a16:creationId xmlns:a16="http://schemas.microsoft.com/office/drawing/2014/main" id="{81642F01-FBD7-1B43-8CDB-C6B8F89339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0636381-007A-B545-B7FA-7945B40331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77D7C0-1C18-B844-ABD5-FD52B6EE9820}" type="slidenum">
              <a:rPr lang="en-US" smtClean="0"/>
              <a:t>‹#›</a:t>
            </a:fld>
            <a:endParaRPr lang="en-US"/>
          </a:p>
        </p:txBody>
      </p:sp>
    </p:spTree>
    <p:extLst>
      <p:ext uri="{BB962C8B-B14F-4D97-AF65-F5344CB8AC3E}">
        <p14:creationId xmlns:p14="http://schemas.microsoft.com/office/powerpoint/2010/main" val="576660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user/UKDATASERVICE" TargetMode="Externa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hyperlink" Target="https://www.gov.scot/" TargetMode="External"/><Relationship Id="rId7" Type="http://schemas.openxmlformats.org/officeDocument/2006/relationships/hyperlink" Target="https://ukdataservice.ac.uk/events/crime-surveys-user-conference-2026-03-11/" TargetMode="External"/><Relationship Id="rId2" Type="http://schemas.openxmlformats.org/officeDocument/2006/relationships/hyperlink" Target="https://www.ons.gov.uk/" TargetMode="External"/><Relationship Id="rId1" Type="http://schemas.openxmlformats.org/officeDocument/2006/relationships/slideLayout" Target="../slideLayouts/slideLayout15.xml"/><Relationship Id="rId6" Type="http://schemas.openxmlformats.org/officeDocument/2006/relationships/hyperlink" Target="https://datacatalogue.ukdataservice.ac.uk/series/series/2000046#access-data" TargetMode="External"/><Relationship Id="rId5" Type="http://schemas.openxmlformats.org/officeDocument/2006/relationships/hyperlink" Target="https://datacatalogue.ukdataservice.ac.uk/series/series/200009?id=200009#abstract" TargetMode="External"/><Relationship Id="rId4" Type="http://schemas.openxmlformats.org/officeDocument/2006/relationships/hyperlink" Target="https://www.gov.uk/government/organisations/home-office"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ukdataservice.ac.uk/events/dissertation-projects-introduction-to-secondary-analysis-for-qualitative-and-quantitative-data-2026-03-24/" TargetMode="External"/><Relationship Id="rId2" Type="http://schemas.openxmlformats.org/officeDocument/2006/relationships/hyperlink" Target="https://ukdataservice.ac.uk/events/uk-data-service-essentials-introduction-finding-and-accessing-data-2026-03-17/" TargetMode="External"/><Relationship Id="rId1" Type="http://schemas.openxmlformats.org/officeDocument/2006/relationships/slideLayout" Target="../slideLayouts/slideLayout16.xml"/><Relationship Id="rId5" Type="http://schemas.openxmlformats.org/officeDocument/2006/relationships/hyperlink" Target="https://ukdataservice.ac.uk/training-events/" TargetMode="External"/><Relationship Id="rId4" Type="http://schemas.openxmlformats.org/officeDocument/2006/relationships/hyperlink" Target="https://ukdataservice.ac.uk/events/using-linked-digital-trace-and-survey-data-for-secondary-research-potential-and-limitation-2026-03-26/"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hyperlink" Target="mailto:nadia.kennar@manchester.ac.uk" TargetMode="Externa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hyperlink" Target="https://tubecreature.com/#/livesontheline/current/same/U/*/FFTFTF/11.469326848406268/-0.1622/51.5142/" TargetMode="External"/><Relationship Id="rId3" Type="http://schemas.openxmlformats.org/officeDocument/2006/relationships/hyperlink" Target="https://link.springer.com/chapter/10.1007/978-3-642-03647-7_5" TargetMode="External"/><Relationship Id="rId7" Type="http://schemas.openxmlformats.org/officeDocument/2006/relationships/hyperlink" Target="https://www.crimrxiv.com/pub/slkb1v54/release/1" TargetMode="External"/><Relationship Id="rId2" Type="http://schemas.openxmlformats.org/officeDocument/2006/relationships/hyperlink" Target="https://www.researchgate.net/profile/Athanasios-Dermanis/publication/233387161_Coordinates_and_Reference_Systems_in_Greek/links/0912f50a149d9568b7000000/Coordinates-and-Reference-Systems-in-Greek.pdf" TargetMode="External"/><Relationship Id="rId1" Type="http://schemas.openxmlformats.org/officeDocument/2006/relationships/slideLayout" Target="../slideLayouts/slideLayout14.xml"/><Relationship Id="rId6" Type="http://schemas.openxmlformats.org/officeDocument/2006/relationships/hyperlink" Target="https://www.ed.ac.uk/files/imports/fileManager/chainey.pdf" TargetMode="External"/><Relationship Id="rId5" Type="http://schemas.openxmlformats.org/officeDocument/2006/relationships/hyperlink" Target="https://core.ac.uk/download/pdf/161890428.pdf" TargetMode="External"/><Relationship Id="rId10" Type="http://schemas.openxmlformats.org/officeDocument/2006/relationships/hyperlink" Target="https://engaging-data.com/country-centered-map-projections/" TargetMode="External"/><Relationship Id="rId4" Type="http://schemas.openxmlformats.org/officeDocument/2006/relationships/hyperlink" Target="https://link.springer.com/chapter/10.1007/978-0-387-77650-7_2" TargetMode="External"/><Relationship Id="rId9" Type="http://schemas.openxmlformats.org/officeDocument/2006/relationships/hyperlink" Target="https://www.sciencedirect.com/topics/earth-and-planetary-sciences/modifiable-areal-unit-proble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1B70D4-7556-534B-BB93-5540A3673493}"/>
              </a:ext>
            </a:extLst>
          </p:cNvPr>
          <p:cNvSpPr>
            <a:spLocks noGrp="1"/>
          </p:cNvSpPr>
          <p:nvPr>
            <p:ph type="title"/>
          </p:nvPr>
        </p:nvSpPr>
        <p:spPr>
          <a:xfrm>
            <a:off x="831850" y="654012"/>
            <a:ext cx="5264150" cy="2578867"/>
          </a:xfrm>
        </p:spPr>
        <p:txBody>
          <a:bodyPr>
            <a:normAutofit/>
          </a:bodyPr>
          <a:lstStyle/>
          <a:p>
            <a:r>
              <a:rPr lang="en-US" dirty="0">
                <a:solidFill>
                  <a:srgbClr val="7030A0"/>
                </a:solidFill>
                <a:latin typeface="Arial" panose="020B0604020202020204" pitchFamily="34" charset="0"/>
                <a:cs typeface="Arial" panose="020B0604020202020204" pitchFamily="34" charset="0"/>
              </a:rPr>
              <a:t>Mapping Crime Data in R: </a:t>
            </a:r>
            <a:br>
              <a:rPr lang="en-US" dirty="0">
                <a:solidFill>
                  <a:srgbClr val="7030A0"/>
                </a:solidFill>
                <a:latin typeface="Arial" panose="020B0604020202020204" pitchFamily="34" charset="0"/>
                <a:cs typeface="Arial" panose="020B0604020202020204" pitchFamily="34" charset="0"/>
              </a:rPr>
            </a:br>
            <a:r>
              <a:rPr lang="en-US" sz="2800" dirty="0">
                <a:solidFill>
                  <a:srgbClr val="7030A0"/>
                </a:solidFill>
                <a:latin typeface="Arial" panose="020B0604020202020204" pitchFamily="34" charset="0"/>
                <a:cs typeface="Arial" panose="020B0604020202020204" pitchFamily="34" charset="0"/>
              </a:rPr>
              <a:t>Live Code Demonstration </a:t>
            </a:r>
            <a:r>
              <a:rPr lang="en-US" sz="2400" dirty="0">
                <a:solidFill>
                  <a:srgbClr val="7030A0"/>
                </a:solidFill>
                <a:latin typeface="Arial" panose="020B0604020202020204" pitchFamily="34" charset="0"/>
                <a:cs typeface="Arial" panose="020B0604020202020204" pitchFamily="34" charset="0"/>
              </a:rPr>
              <a:t>(10/03/2026) </a:t>
            </a:r>
            <a:endParaRPr lang="en-US" dirty="0">
              <a:solidFill>
                <a:srgbClr val="7030A0"/>
              </a:solidFill>
              <a:latin typeface="Arial" panose="020B0604020202020204" pitchFamily="34" charset="0"/>
              <a:cs typeface="Arial" panose="020B0604020202020204" pitchFamily="34" charset="0"/>
            </a:endParaRPr>
          </a:p>
        </p:txBody>
      </p:sp>
      <p:sp>
        <p:nvSpPr>
          <p:cNvPr id="5" name="Text Placeholder 4">
            <a:extLst>
              <a:ext uri="{FF2B5EF4-FFF2-40B4-BE49-F238E27FC236}">
                <a16:creationId xmlns:a16="http://schemas.microsoft.com/office/drawing/2014/main" id="{B23607BC-A661-1942-930C-8EB3C9C8AFDE}"/>
              </a:ext>
            </a:extLst>
          </p:cNvPr>
          <p:cNvSpPr>
            <a:spLocks noGrp="1"/>
          </p:cNvSpPr>
          <p:nvPr>
            <p:ph type="body" idx="1"/>
          </p:nvPr>
        </p:nvSpPr>
        <p:spPr/>
        <p:txBody>
          <a:bodyPr/>
          <a:lstStyle/>
          <a:p>
            <a:r>
              <a:rPr lang="en-GB" dirty="0"/>
              <a:t>Nadia Kennar, Research Associate at the UK Data Service (Cathie Marsh Institute, UoM) </a:t>
            </a:r>
            <a:endParaRPr lang="en-US" dirty="0"/>
          </a:p>
        </p:txBody>
      </p:sp>
      <p:pic>
        <p:nvPicPr>
          <p:cNvPr id="8" name="Picture 6" descr="&quot; &quot;&#10;&#10;"/>
          <p:cNvPicPr>
            <a:picLocks noGrp="1" noChangeAspect="1" noChangeArrowheads="1"/>
          </p:cNvPicPr>
          <p:nvPr>
            <p:ph type="pic" idx="14"/>
          </p:nvPr>
        </p:nvPicPr>
        <p:blipFill>
          <a:blip r:embed="rId3">
            <a:extLst>
              <a:ext uri="{28A0092B-C50C-407E-A947-70E740481C1C}">
                <a14:useLocalDpi xmlns:a14="http://schemas.microsoft.com/office/drawing/2010/main" val="0"/>
              </a:ext>
            </a:extLst>
          </a:blip>
          <a:srcRect l="11899" r="11899"/>
          <a:stretch>
            <a:fillRect/>
          </a:stretch>
        </p:blipFill>
        <p:spPr bwMode="auto">
          <a:xfrm>
            <a:off x="4705949" y="1744755"/>
            <a:ext cx="3727451" cy="285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1208069" y="6479114"/>
            <a:ext cx="6690633" cy="246221"/>
          </a:xfrm>
          <a:prstGeom prst="rect">
            <a:avLst/>
          </a:prstGeom>
        </p:spPr>
        <p:txBody>
          <a:bodyPr wrap="square">
            <a:spAutoFit/>
          </a:bodyPr>
          <a:lstStyle/>
          <a:p>
            <a:pPr algn="r"/>
            <a:r>
              <a:rPr lang="en-GB" sz="1000" dirty="0">
                <a:solidFill>
                  <a:prstClr val="black"/>
                </a:solidFill>
                <a:latin typeface="Arial" panose="020B0604020202020204" pitchFamily="34" charset="0"/>
                <a:cs typeface="Arial" panose="020B0604020202020204" pitchFamily="34" charset="0"/>
              </a:rPr>
              <a:t>Copyright © 2026 University of Manchester, Cathie Marsh Institute, UK Data Service. </a:t>
            </a:r>
            <a:endParaRPr lang="en-GB" sz="1000" dirty="0"/>
          </a:p>
        </p:txBody>
      </p:sp>
      <p:pic>
        <p:nvPicPr>
          <p:cNvPr id="10" name="Picture Placeholder 9" descr="Hot spot map of criminal activity in the area of Surrey. This map was created using the Leaflet package from RStudios, the workshop summarises how to create these type of maps in the second half ">
            <a:extLst>
              <a:ext uri="{FF2B5EF4-FFF2-40B4-BE49-F238E27FC236}">
                <a16:creationId xmlns:a16="http://schemas.microsoft.com/office/drawing/2014/main" id="{77B6C8CD-79A8-4F4D-9098-D3307EC09831}"/>
              </a:ext>
            </a:extLst>
          </p:cNvPr>
          <p:cNvPicPr>
            <a:picLocks noGrp="1" noChangeAspect="1"/>
          </p:cNvPicPr>
          <p:nvPr>
            <p:ph type="pic" idx="13"/>
          </p:nvPr>
        </p:nvPicPr>
        <p:blipFill>
          <a:blip r:embed="rId4"/>
          <a:srcRect l="15401" r="15401"/>
          <a:stretch>
            <a:fillRect/>
          </a:stretch>
        </p:blipFill>
        <p:spPr>
          <a:xfrm>
            <a:off x="8320035" y="1"/>
            <a:ext cx="3871965" cy="6857999"/>
          </a:xfrm>
        </p:spPr>
      </p:pic>
      <p:sp>
        <p:nvSpPr>
          <p:cNvPr id="3" name="Slide Number Placeholder 2">
            <a:extLst>
              <a:ext uri="{FF2B5EF4-FFF2-40B4-BE49-F238E27FC236}">
                <a16:creationId xmlns:a16="http://schemas.microsoft.com/office/drawing/2014/main" id="{89B40B0B-BDD4-934E-8690-7D00D9EAE6BA}"/>
              </a:ext>
            </a:extLst>
          </p:cNvPr>
          <p:cNvSpPr>
            <a:spLocks noGrp="1"/>
          </p:cNvSpPr>
          <p:nvPr>
            <p:ph type="sldNum" sz="quarter" idx="12"/>
          </p:nvPr>
        </p:nvSpPr>
        <p:spPr/>
        <p:txBody>
          <a:bodyPr/>
          <a:lstStyle/>
          <a:p>
            <a:fld id="{016687C5-7511-7743-B429-3BDBE272F28B}" type="slidenum">
              <a:rPr lang="en-US" smtClean="0"/>
              <a:t>1</a:t>
            </a:fld>
            <a:endParaRPr lang="en-US"/>
          </a:p>
        </p:txBody>
      </p:sp>
    </p:spTree>
    <p:extLst>
      <p:ext uri="{BB962C8B-B14F-4D97-AF65-F5344CB8AC3E}">
        <p14:creationId xmlns:p14="http://schemas.microsoft.com/office/powerpoint/2010/main" val="3841458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40022-A857-3001-189E-A8FEB72EBDCD}"/>
              </a:ext>
            </a:extLst>
          </p:cNvPr>
          <p:cNvSpPr>
            <a:spLocks noGrp="1"/>
          </p:cNvSpPr>
          <p:nvPr>
            <p:ph type="title"/>
          </p:nvPr>
        </p:nvSpPr>
        <p:spPr/>
        <p:txBody>
          <a:bodyPr/>
          <a:lstStyle/>
          <a:p>
            <a:r>
              <a:rPr lang="en-GB" b="1" dirty="0">
                <a:solidFill>
                  <a:srgbClr val="702082"/>
                </a:solidFill>
              </a:rPr>
              <a:t>Interaction</a:t>
            </a:r>
          </a:p>
        </p:txBody>
      </p:sp>
      <p:sp>
        <p:nvSpPr>
          <p:cNvPr id="3" name="TextBox 2">
            <a:extLst>
              <a:ext uri="{FF2B5EF4-FFF2-40B4-BE49-F238E27FC236}">
                <a16:creationId xmlns:a16="http://schemas.microsoft.com/office/drawing/2014/main" id="{9A30E060-0FDB-5F9E-77E2-A175C953DB71}"/>
              </a:ext>
            </a:extLst>
          </p:cNvPr>
          <p:cNvSpPr txBox="1"/>
          <p:nvPr/>
        </p:nvSpPr>
        <p:spPr>
          <a:xfrm>
            <a:off x="669470" y="1551215"/>
            <a:ext cx="11108873" cy="3416320"/>
          </a:xfrm>
          <a:prstGeom prst="rect">
            <a:avLst/>
          </a:prstGeom>
          <a:noFill/>
        </p:spPr>
        <p:txBody>
          <a:bodyPr wrap="square" rtlCol="0">
            <a:spAutoFit/>
          </a:bodyPr>
          <a:lstStyle/>
          <a:p>
            <a:pPr marL="285750" indent="-285750">
              <a:buFont typeface="Arial" panose="020B0604020202020204" pitchFamily="34" charset="0"/>
              <a:buChar char="•"/>
            </a:pPr>
            <a:r>
              <a:rPr lang="en-GB" sz="2400" dirty="0"/>
              <a:t>During this workshop you can use the Zoom chat for technical questions or comments (to chat with the facilitator – Emma Green).</a:t>
            </a:r>
          </a:p>
          <a:p>
            <a:pPr marL="285750" indent="-285750">
              <a:buFont typeface="Arial" panose="020B0604020202020204" pitchFamily="34" charset="0"/>
              <a:buChar char="•"/>
            </a:pPr>
            <a:endParaRPr lang="en-GB" sz="2400" dirty="0"/>
          </a:p>
          <a:p>
            <a:pPr marL="285750" indent="-285750">
              <a:buFont typeface="Arial" panose="020B0604020202020204" pitchFamily="34" charset="0"/>
              <a:buChar char="•"/>
            </a:pPr>
            <a:r>
              <a:rPr lang="en-GB" sz="2400" dirty="0"/>
              <a:t>If you want to ask questions in relation to the content of this talk, then you can use the Zoom Q+A function.</a:t>
            </a:r>
          </a:p>
          <a:p>
            <a:endParaRPr lang="en-GB" sz="2400" dirty="0"/>
          </a:p>
          <a:p>
            <a:pPr marL="285750" indent="-285750">
              <a:buFont typeface="Arial" panose="020B0604020202020204" pitchFamily="34" charset="0"/>
              <a:buChar char="•"/>
            </a:pPr>
            <a:r>
              <a:rPr lang="en-GB" sz="2400" dirty="0"/>
              <a:t>I will aim answer questions at the end of each Topic chapter. </a:t>
            </a:r>
          </a:p>
          <a:p>
            <a:pPr marL="285750" indent="-285750">
              <a:buFont typeface="Arial" panose="020B0604020202020204" pitchFamily="34" charset="0"/>
              <a:buChar char="•"/>
            </a:pPr>
            <a:endParaRPr lang="en-GB" sz="2400" dirty="0"/>
          </a:p>
          <a:p>
            <a:pPr marL="285750" indent="-285750">
              <a:buFont typeface="Arial" panose="020B0604020202020204" pitchFamily="34" charset="0"/>
              <a:buChar char="•"/>
            </a:pPr>
            <a:endParaRPr lang="en-GB" sz="2400" dirty="0"/>
          </a:p>
        </p:txBody>
      </p:sp>
    </p:spTree>
    <p:extLst>
      <p:ext uri="{BB962C8B-B14F-4D97-AF65-F5344CB8AC3E}">
        <p14:creationId xmlns:p14="http://schemas.microsoft.com/office/powerpoint/2010/main" val="1328849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Troubleshooting audio problems</a:t>
            </a:r>
          </a:p>
        </p:txBody>
      </p:sp>
      <p:sp>
        <p:nvSpPr>
          <p:cNvPr id="3" name="Text Placeholder 2"/>
          <p:cNvSpPr>
            <a:spLocks noGrp="1"/>
          </p:cNvSpPr>
          <p:nvPr>
            <p:ph type="body" sz="quarter" idx="13"/>
          </p:nvPr>
        </p:nvSpPr>
        <p:spPr/>
        <p:txBody>
          <a:bodyPr/>
          <a:lstStyle/>
          <a:p>
            <a:r>
              <a:rPr lang="en-GB" dirty="0"/>
              <a:t>Check your speaker/headset is plugged in / volume is on.</a:t>
            </a:r>
          </a:p>
          <a:p>
            <a:r>
              <a:rPr lang="en-GB" dirty="0"/>
              <a:t>Click on audio to change to listening via phone</a:t>
            </a:r>
          </a:p>
          <a:p>
            <a:r>
              <a:rPr lang="en-GB" dirty="0"/>
              <a:t>This workshop is live on YouTube. We are also recording this workshop and will post it on YouTube (</a:t>
            </a:r>
            <a:r>
              <a:rPr lang="en-GB" dirty="0">
                <a:hlinkClick r:id="rId2"/>
              </a:rPr>
              <a:t>https://www.youtube.com/user/UKDATASERVICE</a:t>
            </a:r>
            <a:r>
              <a:rPr lang="en-GB" dirty="0"/>
              <a:t>)</a:t>
            </a:r>
          </a:p>
        </p:txBody>
      </p:sp>
      <p:sp>
        <p:nvSpPr>
          <p:cNvPr id="4" name="Slide Number Placeholder 3"/>
          <p:cNvSpPr>
            <a:spLocks noGrp="1"/>
          </p:cNvSpPr>
          <p:nvPr>
            <p:ph type="sldNum" sz="quarter" idx="12"/>
          </p:nvPr>
        </p:nvSpPr>
        <p:spPr/>
        <p:txBody>
          <a:bodyPr/>
          <a:lstStyle/>
          <a:p>
            <a:fld id="{016687C5-7511-7743-B429-3BDBE272F28B}" type="slidenum">
              <a:rPr lang="en-US" smtClean="0"/>
              <a:t>3</a:t>
            </a:fld>
            <a:endParaRPr lang="en-US"/>
          </a:p>
        </p:txBody>
      </p:sp>
    </p:spTree>
    <p:extLst>
      <p:ext uri="{BB962C8B-B14F-4D97-AF65-F5344CB8AC3E}">
        <p14:creationId xmlns:p14="http://schemas.microsoft.com/office/powerpoint/2010/main" val="2777420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65A07-0494-5908-DFA3-77B218F84714}"/>
              </a:ext>
            </a:extLst>
          </p:cNvPr>
          <p:cNvSpPr>
            <a:spLocks noGrp="1"/>
          </p:cNvSpPr>
          <p:nvPr>
            <p:ph type="title"/>
          </p:nvPr>
        </p:nvSpPr>
        <p:spPr>
          <a:xfrm>
            <a:off x="838367" y="510809"/>
            <a:ext cx="9977271" cy="548819"/>
          </a:xfrm>
        </p:spPr>
        <p:txBody>
          <a:bodyPr/>
          <a:lstStyle/>
          <a:p>
            <a:r>
              <a:rPr lang="en-GB" dirty="0"/>
              <a:t>Crime Surveys User Conference 2026</a:t>
            </a:r>
          </a:p>
        </p:txBody>
      </p:sp>
      <p:sp>
        <p:nvSpPr>
          <p:cNvPr id="3" name="Text Placeholder 2">
            <a:extLst>
              <a:ext uri="{FF2B5EF4-FFF2-40B4-BE49-F238E27FC236}">
                <a16:creationId xmlns:a16="http://schemas.microsoft.com/office/drawing/2014/main" id="{F0C58EB5-6423-7EA4-6E17-7738BCF37258}"/>
              </a:ext>
            </a:extLst>
          </p:cNvPr>
          <p:cNvSpPr>
            <a:spLocks noGrp="1"/>
          </p:cNvSpPr>
          <p:nvPr>
            <p:ph type="body" sz="quarter" idx="13"/>
          </p:nvPr>
        </p:nvSpPr>
        <p:spPr/>
        <p:txBody>
          <a:bodyPr>
            <a:normAutofit fontScale="92500"/>
          </a:bodyPr>
          <a:lstStyle/>
          <a:p>
            <a:pPr marL="0" indent="0">
              <a:buNone/>
            </a:pPr>
            <a:r>
              <a:rPr lang="en-GB" b="1" dirty="0"/>
              <a:t>Are you interested in research on crime? Do you want to know the latest developments in crime data from UK social surveys?</a:t>
            </a:r>
            <a:endParaRPr lang="en-GB" dirty="0"/>
          </a:p>
          <a:p>
            <a:r>
              <a:rPr lang="en-GB" dirty="0"/>
              <a:t>This free conference, organised by the UK Data Service in collaboration with the</a:t>
            </a:r>
            <a:r>
              <a:rPr lang="en-GB" dirty="0">
                <a:hlinkClick r:id="rId2"/>
              </a:rPr>
              <a:t> Office for National Statistics,</a:t>
            </a:r>
            <a:r>
              <a:rPr lang="en-GB" dirty="0"/>
              <a:t> </a:t>
            </a:r>
            <a:r>
              <a:rPr lang="en-GB" dirty="0">
                <a:hlinkClick r:id="rId3"/>
              </a:rPr>
              <a:t>Scottish Government</a:t>
            </a:r>
            <a:r>
              <a:rPr lang="en-GB" dirty="0"/>
              <a:t> and </a:t>
            </a:r>
            <a:r>
              <a:rPr lang="en-GB" dirty="0">
                <a:hlinkClick r:id="rId4"/>
              </a:rPr>
              <a:t>Home Office</a:t>
            </a:r>
            <a:r>
              <a:rPr lang="en-GB" dirty="0"/>
              <a:t>, will be held </a:t>
            </a:r>
            <a:r>
              <a:rPr lang="en-GB" b="1" dirty="0"/>
              <a:t>online on Wednesday 11 March 2026.</a:t>
            </a:r>
            <a:endParaRPr lang="en-GB" dirty="0"/>
          </a:p>
          <a:p>
            <a:r>
              <a:rPr lang="en-GB" dirty="0"/>
              <a:t>Attendees will hear a mixture of presentations from the data producers and researchers who have used data from the </a:t>
            </a:r>
            <a:r>
              <a:rPr lang="en-GB" dirty="0">
                <a:hlinkClick r:id="rId5"/>
              </a:rPr>
              <a:t>Crime Survey for England and Wales</a:t>
            </a:r>
            <a:r>
              <a:rPr lang="en-GB" dirty="0"/>
              <a:t>, </a:t>
            </a:r>
            <a:r>
              <a:rPr lang="en-GB" dirty="0">
                <a:hlinkClick r:id="rId6"/>
              </a:rPr>
              <a:t>Scottish Crime and Justice Survey</a:t>
            </a:r>
            <a:r>
              <a:rPr lang="en-GB" dirty="0"/>
              <a:t>, and more.</a:t>
            </a:r>
          </a:p>
          <a:p>
            <a:r>
              <a:rPr lang="en-GB" b="1" dirty="0"/>
              <a:t>Book your place </a:t>
            </a:r>
            <a:r>
              <a:rPr lang="en-GB" dirty="0"/>
              <a:t>at: </a:t>
            </a:r>
            <a:r>
              <a:rPr lang="en-GB" dirty="0">
                <a:hlinkClick r:id="rId7"/>
              </a:rPr>
              <a:t>https://ukdataservice.ac.uk/events/crime-surveys-user-conference-2026-03-11/</a:t>
            </a:r>
            <a:r>
              <a:rPr lang="en-GB" dirty="0"/>
              <a:t> </a:t>
            </a:r>
          </a:p>
          <a:p>
            <a:endParaRPr lang="en-GB" dirty="0"/>
          </a:p>
        </p:txBody>
      </p:sp>
    </p:spTree>
    <p:extLst>
      <p:ext uri="{BB962C8B-B14F-4D97-AF65-F5344CB8AC3E}">
        <p14:creationId xmlns:p14="http://schemas.microsoft.com/office/powerpoint/2010/main" val="3692778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00F6B-0782-7C49-9C13-7E8F1B6A2C49}"/>
              </a:ext>
            </a:extLst>
          </p:cNvPr>
          <p:cNvSpPr>
            <a:spLocks noGrp="1"/>
          </p:cNvSpPr>
          <p:nvPr>
            <p:ph type="title"/>
          </p:nvPr>
        </p:nvSpPr>
        <p:spPr/>
        <p:txBody>
          <a:bodyPr/>
          <a:lstStyle/>
          <a:p>
            <a:r>
              <a:rPr lang="en-US" b="1" dirty="0">
                <a:solidFill>
                  <a:srgbClr val="702082"/>
                </a:solidFill>
              </a:rPr>
              <a:t>Upcoming UKDS Events: </a:t>
            </a:r>
          </a:p>
        </p:txBody>
      </p:sp>
      <p:sp>
        <p:nvSpPr>
          <p:cNvPr id="3" name="TextBox 2">
            <a:extLst>
              <a:ext uri="{FF2B5EF4-FFF2-40B4-BE49-F238E27FC236}">
                <a16:creationId xmlns:a16="http://schemas.microsoft.com/office/drawing/2014/main" id="{FEE993C1-3C5C-9B4F-BBA1-E64E3782B712}"/>
              </a:ext>
            </a:extLst>
          </p:cNvPr>
          <p:cNvSpPr txBox="1"/>
          <p:nvPr/>
        </p:nvSpPr>
        <p:spPr>
          <a:xfrm>
            <a:off x="459400" y="1219911"/>
            <a:ext cx="11019050" cy="7386638"/>
          </a:xfrm>
          <a:prstGeom prst="rect">
            <a:avLst/>
          </a:prstGeom>
          <a:noFill/>
        </p:spPr>
        <p:txBody>
          <a:bodyPr wrap="square" rtlCol="0">
            <a:spAutoFit/>
          </a:bodyPr>
          <a:lstStyle/>
          <a:p>
            <a:pPr marL="342900" indent="-342900">
              <a:buFont typeface="Arial" panose="020B0604020202020204" pitchFamily="34" charset="0"/>
              <a:buChar char="•"/>
            </a:pPr>
            <a:endParaRPr lang="en-GB" sz="2400" i="0" cap="all" dirty="0">
              <a:effectLst/>
              <a:latin typeface="Open Sans" panose="020B0606030504020204" pitchFamily="34" charset="0"/>
            </a:endParaRPr>
          </a:p>
          <a:p>
            <a:pPr marL="342900" indent="-342900">
              <a:buFont typeface="Arial" panose="020B0604020202020204" pitchFamily="34" charset="0"/>
              <a:buChar char="•"/>
            </a:pPr>
            <a:r>
              <a:rPr lang="en-GB" sz="2400" i="0" dirty="0">
                <a:effectLst/>
              </a:rPr>
              <a:t>Crime Survey User Conference 11/03/2026</a:t>
            </a:r>
          </a:p>
          <a:p>
            <a:pPr marL="285750" indent="-285750">
              <a:buFont typeface="Arial" panose="020B0604020202020204" pitchFamily="34" charset="0"/>
              <a:buChar char="•"/>
            </a:pPr>
            <a:r>
              <a:rPr lang="en-GB" sz="2400" dirty="0">
                <a:hlinkClick r:id="rId2">
                  <a:extLst>
                    <a:ext uri="{A12FA001-AC4F-418D-AE19-62706E023703}">
                      <ahyp:hlinkClr xmlns:ahyp="http://schemas.microsoft.com/office/drawing/2018/hyperlinkcolor" val="tx"/>
                    </a:ext>
                  </a:extLst>
                </a:hlinkClick>
              </a:rPr>
              <a:t>UK Data Service essentials: Introduction, finding and accessing data</a:t>
            </a:r>
            <a:r>
              <a:rPr lang="en-GB" sz="2400" dirty="0"/>
              <a:t>: 17/03/2026</a:t>
            </a:r>
          </a:p>
          <a:p>
            <a:pPr marL="285750" indent="-285750">
              <a:buFont typeface="Arial" panose="020B0604020202020204" pitchFamily="34" charset="0"/>
              <a:buChar char="•"/>
            </a:pPr>
            <a:r>
              <a:rPr lang="en-GB" sz="2400" dirty="0">
                <a:hlinkClick r:id="rId3">
                  <a:extLst>
                    <a:ext uri="{A12FA001-AC4F-418D-AE19-62706E023703}">
                      <ahyp:hlinkClr xmlns:ahyp="http://schemas.microsoft.com/office/drawing/2018/hyperlinkcolor" val="tx"/>
                    </a:ext>
                  </a:extLst>
                </a:hlinkClick>
              </a:rPr>
              <a:t>Dissertation projects: Introduction to secondary analysis for qualitative and quantitative data</a:t>
            </a:r>
            <a:r>
              <a:rPr lang="en-GB" sz="2400" dirty="0"/>
              <a:t> 24/03/2026</a:t>
            </a:r>
          </a:p>
          <a:p>
            <a:pPr marL="285750" indent="-285750">
              <a:buFont typeface="Arial" panose="020B0604020202020204" pitchFamily="34" charset="0"/>
              <a:buChar char="•"/>
            </a:pPr>
            <a:r>
              <a:rPr lang="en-GB" sz="2400" dirty="0">
                <a:hlinkClick r:id="rId4">
                  <a:extLst>
                    <a:ext uri="{A12FA001-AC4F-418D-AE19-62706E023703}">
                      <ahyp:hlinkClr xmlns:ahyp="http://schemas.microsoft.com/office/drawing/2018/hyperlinkcolor" val="tx"/>
                    </a:ext>
                  </a:extLst>
                </a:hlinkClick>
              </a:rPr>
              <a:t>Linked digital trace and survey data for secondary research: Potential and constraints</a:t>
            </a:r>
            <a:r>
              <a:rPr lang="en-GB" sz="2400" dirty="0"/>
              <a:t> 26/03/2026</a:t>
            </a:r>
          </a:p>
          <a:p>
            <a:pPr marL="285750" indent="-285750">
              <a:buFont typeface="Arial" panose="020B0604020202020204" pitchFamily="34" charset="0"/>
              <a:buChar char="•"/>
            </a:pPr>
            <a:r>
              <a:rPr lang="en-GB" sz="2400" dirty="0"/>
              <a:t>Computational Social Science Drop-in 14/04/2026</a:t>
            </a:r>
          </a:p>
          <a:p>
            <a:pPr marL="285750" indent="-285750">
              <a:buFont typeface="Arial" panose="020B0604020202020204" pitchFamily="34" charset="0"/>
              <a:buChar char="•"/>
            </a:pPr>
            <a:r>
              <a:rPr lang="en-GB" sz="2400" dirty="0"/>
              <a:t>How to become a computational social scientist 15/04/2026</a:t>
            </a:r>
          </a:p>
          <a:p>
            <a:pPr marL="285750" indent="-285750">
              <a:buFont typeface="Arial" panose="020B0604020202020204" pitchFamily="34" charset="0"/>
              <a:buChar char="•"/>
            </a:pPr>
            <a:r>
              <a:rPr lang="en-GB" sz="2400" dirty="0"/>
              <a:t>Using QGIS to map 2021/2022 census data from the UK Data Service 22/04/2026 </a:t>
            </a:r>
          </a:p>
          <a:p>
            <a:endParaRPr lang="en-GB" sz="2000" i="0" dirty="0">
              <a:effectLst/>
              <a:latin typeface="Open Sans" panose="020B0606030504020204" pitchFamily="34" charset="0"/>
            </a:endParaRPr>
          </a:p>
          <a:p>
            <a:pPr marL="457200" indent="-457200">
              <a:buFont typeface="Arial" panose="020B0604020202020204" pitchFamily="34" charset="0"/>
              <a:buChar char="•"/>
            </a:pPr>
            <a:endParaRPr lang="en-GB" sz="2000" dirty="0">
              <a:latin typeface="Open Sans" panose="020B0606030504020204" pitchFamily="34" charset="0"/>
            </a:endParaRPr>
          </a:p>
          <a:p>
            <a:pPr marL="457200" indent="-457200">
              <a:buFont typeface="Arial" panose="020B0604020202020204" pitchFamily="34" charset="0"/>
              <a:buChar char="•"/>
            </a:pPr>
            <a:r>
              <a:rPr lang="en-GB" i="0" dirty="0">
                <a:effectLst/>
                <a:latin typeface="Open Sans" panose="020B0606030504020204" pitchFamily="34" charset="0"/>
              </a:rPr>
              <a:t>For the full list of events browse our event page</a:t>
            </a:r>
          </a:p>
          <a:p>
            <a:pPr marL="914400" lvl="1" indent="-457200">
              <a:buFont typeface="Arial" panose="020B0604020202020204" pitchFamily="34" charset="0"/>
              <a:buChar char="•"/>
            </a:pPr>
            <a:r>
              <a:rPr lang="en-GB" i="0" dirty="0">
                <a:solidFill>
                  <a:schemeClr val="accent1"/>
                </a:solidFill>
                <a:effectLst/>
                <a:latin typeface="Open Sans" panose="020B0606030504020204" pitchFamily="34" charset="0"/>
              </a:rPr>
              <a:t> </a:t>
            </a:r>
            <a:r>
              <a:rPr lang="en-GB" i="1" dirty="0">
                <a:solidFill>
                  <a:schemeClr val="accent1"/>
                </a:solidFill>
                <a:effectLst/>
                <a:latin typeface="Open Sans" panose="020B0606030504020204" pitchFamily="34" charset="0"/>
                <a:hlinkClick r:id="rId5">
                  <a:extLst>
                    <a:ext uri="{A12FA001-AC4F-418D-AE19-62706E023703}">
                      <ahyp:hlinkClr xmlns:ahyp="http://schemas.microsoft.com/office/drawing/2018/hyperlinkcolor" val="tx"/>
                    </a:ext>
                  </a:extLst>
                </a:hlinkClick>
              </a:rPr>
              <a:t>https://ukdataservice.ac.uk/training-events/</a:t>
            </a:r>
            <a:r>
              <a:rPr lang="en-GB" i="1" dirty="0">
                <a:solidFill>
                  <a:schemeClr val="accent1"/>
                </a:solidFill>
                <a:effectLst/>
                <a:latin typeface="Open Sans" panose="020B0606030504020204" pitchFamily="34" charset="0"/>
              </a:rPr>
              <a:t> </a:t>
            </a:r>
          </a:p>
          <a:p>
            <a:pPr marL="457200" indent="-457200">
              <a:buFont typeface="Arial" panose="020B0604020202020204" pitchFamily="34" charset="0"/>
              <a:buChar char="•"/>
            </a:pPr>
            <a:endParaRPr lang="en-GB" sz="2800" b="0" i="0" dirty="0">
              <a:solidFill>
                <a:srgbClr val="484554"/>
              </a:solidFill>
              <a:effectLst/>
              <a:latin typeface="Open Sans" panose="020B0606030504020204" pitchFamily="34" charset="0"/>
            </a:endParaRPr>
          </a:p>
          <a:p>
            <a:pPr marL="457200" indent="-457200">
              <a:buFont typeface="Arial" panose="020B0604020202020204" pitchFamily="34" charset="0"/>
              <a:buChar char="•"/>
            </a:pPr>
            <a:endParaRPr lang="en-GB" sz="2800" b="0" i="0" dirty="0">
              <a:solidFill>
                <a:srgbClr val="484554"/>
              </a:solidFill>
              <a:effectLst/>
              <a:latin typeface="Open Sans" panose="020B0606030504020204" pitchFamily="34" charset="0"/>
            </a:endParaRPr>
          </a:p>
          <a:p>
            <a:pPr marL="457200" indent="-457200">
              <a:buFont typeface="Arial" panose="020B0604020202020204" pitchFamily="34" charset="0"/>
              <a:buChar char="•"/>
            </a:pPr>
            <a:endParaRPr lang="en-GB" sz="2800" b="0" i="0" dirty="0">
              <a:solidFill>
                <a:srgbClr val="484554"/>
              </a:solidFill>
              <a:effectLst/>
              <a:latin typeface="Open Sans" panose="020B0606030504020204" pitchFamily="34" charset="0"/>
            </a:endParaRPr>
          </a:p>
          <a:p>
            <a:pPr marL="457200" indent="-457200" algn="l">
              <a:buFont typeface="Arial" panose="020B0604020202020204" pitchFamily="34" charset="0"/>
              <a:buChar char="•"/>
            </a:pPr>
            <a:endParaRPr lang="en-GB" sz="2800" b="0" i="0" dirty="0">
              <a:solidFill>
                <a:srgbClr val="484554"/>
              </a:solidFill>
              <a:effectLst/>
              <a:latin typeface="Open Sans" panose="020B0606030504020204" pitchFamily="34" charset="0"/>
            </a:endParaRPr>
          </a:p>
          <a:p>
            <a:pPr algn="l"/>
            <a:endParaRPr lang="en-GB" sz="2800" b="0" i="0" dirty="0">
              <a:solidFill>
                <a:srgbClr val="484554"/>
              </a:solidFill>
              <a:effectLst/>
              <a:latin typeface="Open Sans" panose="020B0606030504020204" pitchFamily="34" charset="0"/>
            </a:endParaRPr>
          </a:p>
        </p:txBody>
      </p:sp>
    </p:spTree>
    <p:extLst>
      <p:ext uri="{BB962C8B-B14F-4D97-AF65-F5344CB8AC3E}">
        <p14:creationId xmlns:p14="http://schemas.microsoft.com/office/powerpoint/2010/main" val="3194882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FB050-572C-53F3-335E-D238D7E49D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AC3226-3A4D-CD38-5406-2A79BE9D41ED}"/>
              </a:ext>
            </a:extLst>
          </p:cNvPr>
          <p:cNvSpPr>
            <a:spLocks noGrp="1"/>
          </p:cNvSpPr>
          <p:nvPr>
            <p:ph type="title"/>
          </p:nvPr>
        </p:nvSpPr>
        <p:spPr/>
        <p:txBody>
          <a:bodyPr/>
          <a:lstStyle/>
          <a:p>
            <a:r>
              <a:rPr lang="en-US" b="1" dirty="0">
                <a:solidFill>
                  <a:srgbClr val="702082"/>
                </a:solidFill>
              </a:rPr>
              <a:t>Content</a:t>
            </a:r>
          </a:p>
        </p:txBody>
      </p:sp>
      <p:sp>
        <p:nvSpPr>
          <p:cNvPr id="3" name="TextBox 2">
            <a:extLst>
              <a:ext uri="{FF2B5EF4-FFF2-40B4-BE49-F238E27FC236}">
                <a16:creationId xmlns:a16="http://schemas.microsoft.com/office/drawing/2014/main" id="{915C565D-1B9D-05AB-03F0-249567847C9B}"/>
              </a:ext>
            </a:extLst>
          </p:cNvPr>
          <p:cNvSpPr txBox="1"/>
          <p:nvPr/>
        </p:nvSpPr>
        <p:spPr>
          <a:xfrm>
            <a:off x="459400" y="1219911"/>
            <a:ext cx="11019050" cy="4154984"/>
          </a:xfrm>
          <a:prstGeom prst="rect">
            <a:avLst/>
          </a:prstGeom>
          <a:noFill/>
        </p:spPr>
        <p:txBody>
          <a:bodyPr wrap="square" rtlCol="0">
            <a:spAutoFit/>
          </a:bodyPr>
          <a:lstStyle/>
          <a:p>
            <a:r>
              <a:rPr lang="en-GB" sz="2400" dirty="0"/>
              <a:t>Topic 1 — we start by reading in the crime data, doing some basic exploratory analysis and producing our first point maps</a:t>
            </a:r>
          </a:p>
          <a:p>
            <a:r>
              <a:rPr lang="en-GB" sz="2400" dirty="0"/>
              <a:t>Topic 2 — we move into shapefiles, learning how to read them in, join them to our crime data and produce choropleth maps with different classification methods</a:t>
            </a:r>
          </a:p>
          <a:p>
            <a:r>
              <a:rPr lang="en-GB" sz="2400" dirty="0"/>
              <a:t>Topic 3 — we bring in census data to calculate crime rates, which gives us a more meaningful picture than raw counts alone</a:t>
            </a:r>
          </a:p>
          <a:p>
            <a:r>
              <a:rPr lang="en-GB" sz="2400" dirty="0"/>
              <a:t>Topic 4 — finally we cover some more advanced spatial analysis including spatial interpolation for missing data, heatmaps, interactive maps using Leaflet and a brief introduction to spatial regression</a:t>
            </a:r>
          </a:p>
          <a:p>
            <a:endParaRPr lang="en-GB" sz="2400" dirty="0">
              <a:effectLst/>
            </a:endParaRPr>
          </a:p>
          <a:p>
            <a:r>
              <a:rPr lang="en-GB" sz="2400" dirty="0"/>
              <a:t>*Additional Topics</a:t>
            </a:r>
            <a:endParaRPr lang="en-GB" sz="2400" dirty="0">
              <a:effectLst/>
            </a:endParaRPr>
          </a:p>
        </p:txBody>
      </p:sp>
    </p:spTree>
    <p:extLst>
      <p:ext uri="{BB962C8B-B14F-4D97-AF65-F5344CB8AC3E}">
        <p14:creationId xmlns:p14="http://schemas.microsoft.com/office/powerpoint/2010/main" val="1985431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AD4D3-A205-46C4-314A-6088D390D9D6}"/>
              </a:ext>
            </a:extLst>
          </p:cNvPr>
          <p:cNvSpPr>
            <a:spLocks noGrp="1"/>
          </p:cNvSpPr>
          <p:nvPr>
            <p:ph type="title"/>
          </p:nvPr>
        </p:nvSpPr>
        <p:spPr>
          <a:xfrm>
            <a:off x="500020" y="1342893"/>
            <a:ext cx="6673131" cy="872179"/>
          </a:xfrm>
        </p:spPr>
        <p:txBody>
          <a:bodyPr/>
          <a:lstStyle/>
          <a:p>
            <a:r>
              <a:rPr lang="en-GB" b="1" dirty="0">
                <a:solidFill>
                  <a:srgbClr val="7030A0"/>
                </a:solidFill>
              </a:rPr>
              <a:t>Survey</a:t>
            </a:r>
          </a:p>
        </p:txBody>
      </p:sp>
      <p:sp>
        <p:nvSpPr>
          <p:cNvPr id="3" name="Text Placeholder 2">
            <a:extLst>
              <a:ext uri="{FF2B5EF4-FFF2-40B4-BE49-F238E27FC236}">
                <a16:creationId xmlns:a16="http://schemas.microsoft.com/office/drawing/2014/main" id="{61CD8A5A-73F2-0675-B019-E776A3E3810E}"/>
              </a:ext>
            </a:extLst>
          </p:cNvPr>
          <p:cNvSpPr>
            <a:spLocks noGrp="1"/>
          </p:cNvSpPr>
          <p:nvPr>
            <p:ph type="body" idx="1"/>
          </p:nvPr>
        </p:nvSpPr>
        <p:spPr>
          <a:xfrm>
            <a:off x="500019" y="2678906"/>
            <a:ext cx="8443955" cy="2350294"/>
          </a:xfrm>
        </p:spPr>
        <p:txBody>
          <a:bodyPr/>
          <a:lstStyle/>
          <a:p>
            <a:pPr marL="342900" indent="-342900">
              <a:buFontTx/>
              <a:buChar char="-"/>
            </a:pPr>
            <a:r>
              <a:rPr lang="en-GB" dirty="0">
                <a:solidFill>
                  <a:schemeClr val="tx1"/>
                </a:solidFill>
              </a:rPr>
              <a:t>Please complete our short survey as you leave!</a:t>
            </a:r>
          </a:p>
        </p:txBody>
      </p:sp>
    </p:spTree>
    <p:extLst>
      <p:ext uri="{BB962C8B-B14F-4D97-AF65-F5344CB8AC3E}">
        <p14:creationId xmlns:p14="http://schemas.microsoft.com/office/powerpoint/2010/main" val="2787238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7960" y="2021746"/>
            <a:ext cx="5264150" cy="1061485"/>
          </a:xfrm>
        </p:spPr>
        <p:txBody>
          <a:bodyPr/>
          <a:lstStyle/>
          <a:p>
            <a:r>
              <a:rPr lang="en-US" b="1" dirty="0">
                <a:solidFill>
                  <a:srgbClr val="7030A0"/>
                </a:solidFill>
              </a:rPr>
              <a:t>Thank You.</a:t>
            </a:r>
            <a:endParaRPr lang="en-GB" b="1" dirty="0">
              <a:solidFill>
                <a:srgbClr val="7030A0"/>
              </a:solidFill>
            </a:endParaRPr>
          </a:p>
        </p:txBody>
      </p:sp>
      <p:sp>
        <p:nvSpPr>
          <p:cNvPr id="3" name="Text Placeholder 2"/>
          <p:cNvSpPr>
            <a:spLocks noGrp="1"/>
          </p:cNvSpPr>
          <p:nvPr>
            <p:ph type="body" idx="1"/>
          </p:nvPr>
        </p:nvSpPr>
        <p:spPr>
          <a:xfrm>
            <a:off x="831849" y="3978181"/>
            <a:ext cx="6793593" cy="1500187"/>
          </a:xfrm>
        </p:spPr>
        <p:txBody>
          <a:bodyPr/>
          <a:lstStyle/>
          <a:p>
            <a:r>
              <a:rPr lang="en-GB" dirty="0">
                <a:hlinkClick r:id="rId2"/>
              </a:rPr>
              <a:t>Email:  nadia.kennar@manchester.ac.uk</a:t>
            </a:r>
            <a:r>
              <a:rPr lang="en-GB" dirty="0"/>
              <a:t> </a:t>
            </a:r>
          </a:p>
          <a:p>
            <a:r>
              <a:rPr lang="en-GB" dirty="0"/>
              <a:t>Twitter:  @NadiaKennar</a:t>
            </a:r>
          </a:p>
        </p:txBody>
      </p:sp>
      <p:sp>
        <p:nvSpPr>
          <p:cNvPr id="4" name="Slide Number Placeholder 3"/>
          <p:cNvSpPr>
            <a:spLocks noGrp="1"/>
          </p:cNvSpPr>
          <p:nvPr>
            <p:ph type="sldNum" sz="quarter" idx="12"/>
          </p:nvPr>
        </p:nvSpPr>
        <p:spPr/>
        <p:txBody>
          <a:bodyPr/>
          <a:lstStyle/>
          <a:p>
            <a:fld id="{016687C5-7511-7743-B429-3BDBE272F28B}" type="slidenum">
              <a:rPr lang="en-US" smtClean="0"/>
              <a:t>8</a:t>
            </a:fld>
            <a:endParaRPr lang="en-US"/>
          </a:p>
        </p:txBody>
      </p:sp>
    </p:spTree>
    <p:extLst>
      <p:ext uri="{BB962C8B-B14F-4D97-AF65-F5344CB8AC3E}">
        <p14:creationId xmlns:p14="http://schemas.microsoft.com/office/powerpoint/2010/main" val="1212910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C7099-8112-92E4-7C36-B0B293366A9E}"/>
              </a:ext>
            </a:extLst>
          </p:cNvPr>
          <p:cNvSpPr>
            <a:spLocks noGrp="1"/>
          </p:cNvSpPr>
          <p:nvPr>
            <p:ph type="title"/>
          </p:nvPr>
        </p:nvSpPr>
        <p:spPr>
          <a:xfrm>
            <a:off x="222250" y="1075470"/>
            <a:ext cx="5873750" cy="744802"/>
          </a:xfrm>
        </p:spPr>
        <p:txBody>
          <a:bodyPr/>
          <a:lstStyle/>
          <a:p>
            <a:r>
              <a:rPr lang="en-GB" dirty="0"/>
              <a:t>References</a:t>
            </a:r>
          </a:p>
        </p:txBody>
      </p:sp>
      <p:sp>
        <p:nvSpPr>
          <p:cNvPr id="3" name="Text Placeholder 2">
            <a:extLst>
              <a:ext uri="{FF2B5EF4-FFF2-40B4-BE49-F238E27FC236}">
                <a16:creationId xmlns:a16="http://schemas.microsoft.com/office/drawing/2014/main" id="{A2F8A7D6-67AB-E7FB-4312-983EEFC557DE}"/>
              </a:ext>
            </a:extLst>
          </p:cNvPr>
          <p:cNvSpPr>
            <a:spLocks noGrp="1"/>
          </p:cNvSpPr>
          <p:nvPr>
            <p:ph type="body" idx="1"/>
          </p:nvPr>
        </p:nvSpPr>
        <p:spPr>
          <a:xfrm>
            <a:off x="222250" y="1820272"/>
            <a:ext cx="11328774" cy="5145304"/>
          </a:xfrm>
        </p:spPr>
        <p:txBody>
          <a:bodyPr numCol="1">
            <a:normAutofit/>
          </a:bodyPr>
          <a:lstStyle/>
          <a:p>
            <a:pPr marL="90000" indent="-342900">
              <a:lnSpc>
                <a:spcPct val="100000"/>
              </a:lnSpc>
              <a:buFont typeface="Arial" panose="020B0604020202020204" pitchFamily="34" charset="0"/>
              <a:buChar char="•"/>
            </a:pPr>
            <a:r>
              <a:rPr lang="en-GB" sz="1200" u="sng" dirty="0">
                <a:solidFill>
                  <a:schemeClr val="tx1"/>
                </a:solidFill>
                <a:hlinkClick r:id="">
                  <a:extLst>
                    <a:ext uri="{A12FA001-AC4F-418D-AE19-62706E023703}">
                      <ahyp:hlinkClr xmlns:ahyp="http://schemas.microsoft.com/office/drawing/2018/hyperlinkcolor" val="tx"/>
                    </a:ext>
                  </a:extLst>
                </a:hlinkClick>
              </a:rPr>
              <a:t>https://www.esri.com/en-us/what-is-gis/overview#liSwitcher </a:t>
            </a:r>
          </a:p>
          <a:p>
            <a:pPr marL="90000" indent="-342900">
              <a:lnSpc>
                <a:spcPct val="100000"/>
              </a:lnSpc>
              <a:buFont typeface="Arial" panose="020B0604020202020204" pitchFamily="34" charset="0"/>
              <a:buChar char="•"/>
            </a:pPr>
            <a:r>
              <a:rPr lang="en-GB" sz="1200" u="sng" dirty="0">
                <a:solidFill>
                  <a:schemeClr val="tx1"/>
                </a:solidFill>
                <a:hlinkClick r:id="">
                  <a:extLst>
                    <a:ext uri="{A12FA001-AC4F-418D-AE19-62706E023703}">
                      <ahyp:hlinkClr xmlns:ahyp="http://schemas.microsoft.com/office/drawing/2018/hyperlinkcolor" val="tx"/>
                    </a:ext>
                  </a:extLst>
                </a:hlinkClick>
              </a:rPr>
              <a:t>https://blog.ukdataservice.ac.uk/gis-spatial-data/</a:t>
            </a:r>
            <a:endParaRPr lang="en-GB" sz="1200" u="sng" dirty="0">
              <a:solidFill>
                <a:schemeClr val="tx1"/>
              </a:solidFill>
            </a:endParaRPr>
          </a:p>
          <a:p>
            <a:pPr marL="90000" indent="-342900">
              <a:lnSpc>
                <a:spcPct val="100000"/>
              </a:lnSpc>
              <a:buFont typeface="Arial" panose="020B0604020202020204" pitchFamily="34" charset="0"/>
              <a:buChar char="•"/>
            </a:pPr>
            <a:r>
              <a:rPr lang="en-GB" sz="1200" u="sng" dirty="0" err="1">
                <a:solidFill>
                  <a:schemeClr val="tx1"/>
                </a:solidFill>
                <a:hlinkClick r:id="rId2">
                  <a:extLst>
                    <a:ext uri="{A12FA001-AC4F-418D-AE19-62706E023703}">
                      <ahyp:hlinkClr xmlns:ahyp="http://schemas.microsoft.com/office/drawing/2018/hyperlinkcolor" val="tx"/>
                    </a:ext>
                  </a:extLst>
                </a:hlinkClick>
              </a:rPr>
              <a:t>Dermanis</a:t>
            </a:r>
            <a:r>
              <a:rPr lang="en-GB" sz="1200" u="sng" dirty="0">
                <a:solidFill>
                  <a:schemeClr val="tx1"/>
                </a:solidFill>
                <a:hlinkClick r:id="rId2">
                  <a:extLst>
                    <a:ext uri="{A12FA001-AC4F-418D-AE19-62706E023703}">
                      <ahyp:hlinkClr xmlns:ahyp="http://schemas.microsoft.com/office/drawing/2018/hyperlinkcolor" val="tx"/>
                    </a:ext>
                  </a:extLst>
                </a:hlinkClick>
              </a:rPr>
              <a:t> (2005) : https://www.researchgate.net/profile/Athanasios-Dermanis/publication/233387161_Coordinates_and_Reference_Systems_in_Greek/links/0912f50a149d9568b7000000/Coordinates-and-Reference-Systems-in-Greek.pdf</a:t>
            </a:r>
            <a:r>
              <a:rPr lang="en-GB" sz="1200" u="sng" dirty="0">
                <a:solidFill>
                  <a:schemeClr val="tx1"/>
                </a:solidFill>
              </a:rPr>
              <a:t> </a:t>
            </a:r>
          </a:p>
          <a:p>
            <a:pPr marL="90000" indent="-342900">
              <a:lnSpc>
                <a:spcPct val="100000"/>
              </a:lnSpc>
              <a:buFont typeface="Arial" panose="020B0604020202020204" pitchFamily="34" charset="0"/>
              <a:buChar char="•"/>
            </a:pPr>
            <a:r>
              <a:rPr lang="en-GB" sz="1200" u="sng" dirty="0">
                <a:solidFill>
                  <a:schemeClr val="tx1"/>
                </a:solidFill>
                <a:hlinkClick r:id="rId3">
                  <a:extLst>
                    <a:ext uri="{A12FA001-AC4F-418D-AE19-62706E023703}">
                      <ahyp:hlinkClr xmlns:ahyp="http://schemas.microsoft.com/office/drawing/2018/hyperlinkcolor" val="tx"/>
                    </a:ext>
                  </a:extLst>
                </a:hlinkClick>
              </a:rPr>
              <a:t>Luc </a:t>
            </a:r>
            <a:r>
              <a:rPr lang="en-GB" sz="1200" u="sng" dirty="0" err="1">
                <a:solidFill>
                  <a:schemeClr val="tx1"/>
                </a:solidFill>
                <a:hlinkClick r:id="rId3">
                  <a:extLst>
                    <a:ext uri="{A12FA001-AC4F-418D-AE19-62706E023703}">
                      <ahyp:hlinkClr xmlns:ahyp="http://schemas.microsoft.com/office/drawing/2018/hyperlinkcolor" val="tx"/>
                    </a:ext>
                  </a:extLst>
                </a:hlinkClick>
              </a:rPr>
              <a:t>Anselin</a:t>
            </a:r>
            <a:r>
              <a:rPr lang="en-GB" sz="1200" u="sng" dirty="0">
                <a:solidFill>
                  <a:schemeClr val="tx1"/>
                </a:solidFill>
                <a:hlinkClick r:id="rId3">
                  <a:extLst>
                    <a:ext uri="{A12FA001-AC4F-418D-AE19-62706E023703}">
                      <ahyp:hlinkClr xmlns:ahyp="http://schemas.microsoft.com/office/drawing/2018/hyperlinkcolor" val="tx"/>
                    </a:ext>
                  </a:extLst>
                </a:hlinkClick>
              </a:rPr>
              <a:t> (2009) : https://link.springer.com/chapter/10.1007/978-3-642-03647-7_5</a:t>
            </a:r>
            <a:r>
              <a:rPr lang="en-GB" sz="1200" u="sng" dirty="0">
                <a:solidFill>
                  <a:schemeClr val="tx1"/>
                </a:solidFill>
              </a:rPr>
              <a:t>  </a:t>
            </a:r>
          </a:p>
          <a:p>
            <a:pPr marL="90000" indent="-342900">
              <a:lnSpc>
                <a:spcPct val="100000"/>
              </a:lnSpc>
              <a:buFont typeface="Arial" panose="020B0604020202020204" pitchFamily="34" charset="0"/>
              <a:buChar char="•"/>
            </a:pPr>
            <a:r>
              <a:rPr lang="en-GB" sz="1200" u="sng" dirty="0">
                <a:solidFill>
                  <a:schemeClr val="tx1"/>
                </a:solidFill>
              </a:rPr>
              <a:t>Ratcliffe (2009) Spatial and Temporal Challenges: </a:t>
            </a:r>
            <a:r>
              <a:rPr lang="en-GB" sz="1200" u="sng" dirty="0">
                <a:solidFill>
                  <a:schemeClr val="tx1"/>
                </a:solidFill>
                <a:hlinkClick r:id="rId4">
                  <a:extLst>
                    <a:ext uri="{A12FA001-AC4F-418D-AE19-62706E023703}">
                      <ahyp:hlinkClr xmlns:ahyp="http://schemas.microsoft.com/office/drawing/2018/hyperlinkcolor" val="tx"/>
                    </a:ext>
                  </a:extLst>
                </a:hlinkClick>
              </a:rPr>
              <a:t>https://link.springer.com/chapter/10.1007/978-0-387-77650-7_2</a:t>
            </a:r>
            <a:endParaRPr lang="en-GB" sz="1200" u="sng" dirty="0">
              <a:solidFill>
                <a:schemeClr val="tx1"/>
              </a:solidFill>
            </a:endParaRPr>
          </a:p>
          <a:p>
            <a:pPr marL="90000" indent="-342900">
              <a:lnSpc>
                <a:spcPct val="100000"/>
              </a:lnSpc>
              <a:buFont typeface="Arial" panose="020B0604020202020204" pitchFamily="34" charset="0"/>
              <a:buChar char="•"/>
            </a:pPr>
            <a:r>
              <a:rPr lang="en-GB" sz="1200" u="sng" dirty="0">
                <a:solidFill>
                  <a:schemeClr val="tx1"/>
                </a:solidFill>
              </a:rPr>
              <a:t>Bowers (2001) Mapping and Analysing Crime Data : </a:t>
            </a:r>
            <a:r>
              <a:rPr lang="en-GB" sz="1200" u="sng" dirty="0">
                <a:solidFill>
                  <a:schemeClr val="tx1"/>
                </a:solidFill>
                <a:hlinkClick r:id="rId4">
                  <a:extLst>
                    <a:ext uri="{A12FA001-AC4F-418D-AE19-62706E023703}">
                      <ahyp:hlinkClr xmlns:ahyp="http://schemas.microsoft.com/office/drawing/2018/hyperlinkcolor" val="tx"/>
                    </a:ext>
                  </a:extLst>
                </a:hlinkClick>
              </a:rPr>
              <a:t>https://link.springer.com/chapter/10.1007/978-0-387-77650-7_2</a:t>
            </a:r>
            <a:endParaRPr lang="en-GB" sz="1200" u="sng" dirty="0">
              <a:solidFill>
                <a:schemeClr val="tx1"/>
              </a:solidFill>
            </a:endParaRPr>
          </a:p>
          <a:p>
            <a:pPr marL="90000" indent="-342900">
              <a:lnSpc>
                <a:spcPct val="100000"/>
              </a:lnSpc>
              <a:buFont typeface="Arial" panose="020B0604020202020204" pitchFamily="34" charset="0"/>
              <a:buChar char="•"/>
            </a:pPr>
            <a:r>
              <a:rPr lang="en-GB" sz="1200" u="sng" dirty="0">
                <a:solidFill>
                  <a:schemeClr val="tx1"/>
                </a:solidFill>
                <a:hlinkClick r:id="rId5">
                  <a:extLst>
                    <a:ext uri="{A12FA001-AC4F-418D-AE19-62706E023703}">
                      <ahyp:hlinkClr xmlns:ahyp="http://schemas.microsoft.com/office/drawing/2018/hyperlinkcolor" val="tx"/>
                    </a:ext>
                  </a:extLst>
                </a:hlinkClick>
              </a:rPr>
              <a:t>https://core.ac.uk/download/pdf/161890428.pdf</a:t>
            </a:r>
            <a:endParaRPr lang="en-GB" sz="1200" u="sng" dirty="0">
              <a:solidFill>
                <a:schemeClr val="tx1"/>
              </a:solidFill>
            </a:endParaRPr>
          </a:p>
          <a:p>
            <a:pPr marL="90000" indent="-342900">
              <a:lnSpc>
                <a:spcPct val="100000"/>
              </a:lnSpc>
              <a:buFont typeface="Arial" panose="020B0604020202020204" pitchFamily="34" charset="0"/>
              <a:buChar char="•"/>
            </a:pPr>
            <a:r>
              <a:rPr lang="en-GB" sz="1200" u="sng" dirty="0">
                <a:solidFill>
                  <a:schemeClr val="tx1"/>
                </a:solidFill>
                <a:hlinkClick r:id="rId6">
                  <a:extLst>
                    <a:ext uri="{A12FA001-AC4F-418D-AE19-62706E023703}">
                      <ahyp:hlinkClr xmlns:ahyp="http://schemas.microsoft.com/office/drawing/2018/hyperlinkcolor" val="tx"/>
                    </a:ext>
                  </a:extLst>
                </a:hlinkClick>
              </a:rPr>
              <a:t>https://www.ed.ac.uk/files/imports/fileManager/chainey.pdf</a:t>
            </a:r>
            <a:endParaRPr lang="en-GB" sz="1200" u="sng" dirty="0">
              <a:solidFill>
                <a:schemeClr val="tx1"/>
              </a:solidFill>
            </a:endParaRPr>
          </a:p>
          <a:p>
            <a:pPr marL="90000" indent="-342900">
              <a:lnSpc>
                <a:spcPct val="100000"/>
              </a:lnSpc>
              <a:buFont typeface="Arial" panose="020B0604020202020204" pitchFamily="34" charset="0"/>
              <a:buChar char="•"/>
            </a:pPr>
            <a:r>
              <a:rPr lang="en-GB" sz="1200" u="sng" dirty="0">
                <a:solidFill>
                  <a:schemeClr val="tx1"/>
                </a:solidFill>
                <a:hlinkClick r:id="rId7">
                  <a:extLst>
                    <a:ext uri="{A12FA001-AC4F-418D-AE19-62706E023703}">
                      <ahyp:hlinkClr xmlns:ahyp="http://schemas.microsoft.com/office/drawing/2018/hyperlinkcolor" val="tx"/>
                    </a:ext>
                  </a:extLst>
                </a:hlinkClick>
              </a:rPr>
              <a:t>https://www.crimrxiv.com/pub/slkb1v54/release/1</a:t>
            </a:r>
            <a:endParaRPr lang="en-GB" sz="1200" u="sng" dirty="0">
              <a:solidFill>
                <a:schemeClr val="tx1"/>
              </a:solidFill>
            </a:endParaRPr>
          </a:p>
          <a:p>
            <a:pPr marL="90000" indent="-342900">
              <a:lnSpc>
                <a:spcPct val="100000"/>
              </a:lnSpc>
              <a:buFont typeface="Arial" panose="020B0604020202020204" pitchFamily="34" charset="0"/>
              <a:buChar char="•"/>
            </a:pPr>
            <a:r>
              <a:rPr lang="en-GB" sz="1200" dirty="0">
                <a:solidFill>
                  <a:schemeClr val="tx1"/>
                </a:solidFill>
                <a:hlinkClick r:id="rId8">
                  <a:extLst>
                    <a:ext uri="{A12FA001-AC4F-418D-AE19-62706E023703}">
                      <ahyp:hlinkClr xmlns:ahyp="http://schemas.microsoft.com/office/drawing/2018/hyperlinkcolor" val="tx"/>
                    </a:ext>
                  </a:extLst>
                </a:hlinkClick>
              </a:rPr>
              <a:t>https://tubecreature.com/#/livesontheline/current/same/U/*/FFTFTF/11.469326848406268/-0.1622/51.5142/</a:t>
            </a:r>
            <a:r>
              <a:rPr lang="en-GB" sz="1200" dirty="0">
                <a:solidFill>
                  <a:schemeClr val="tx1"/>
                </a:solidFill>
              </a:rPr>
              <a:t> </a:t>
            </a:r>
          </a:p>
          <a:p>
            <a:pPr marL="90000" indent="-342900">
              <a:lnSpc>
                <a:spcPct val="100000"/>
              </a:lnSpc>
              <a:buFont typeface="Arial" panose="020B0604020202020204" pitchFamily="34" charset="0"/>
              <a:buChar char="•"/>
            </a:pPr>
            <a:r>
              <a:rPr lang="en-GB" sz="1200" i="1" dirty="0">
                <a:solidFill>
                  <a:srgbClr val="0563C1"/>
                </a:solidFill>
                <a:hlinkClick r:id="rId7">
                  <a:extLst>
                    <a:ext uri="{A12FA001-AC4F-418D-AE19-62706E023703}">
                      <ahyp:hlinkClr xmlns:ahyp="http://schemas.microsoft.com/office/drawing/2018/hyperlinkcolor" val="tx"/>
                    </a:ext>
                  </a:extLst>
                </a:hlinkClick>
              </a:rPr>
              <a:t>https://www.crimrxiv.com/pub/slkb1v54/release/</a:t>
            </a:r>
            <a:r>
              <a:rPr lang="en-GB" sz="1200" i="1" dirty="0">
                <a:solidFill>
                  <a:schemeClr val="tx1"/>
                </a:solidFill>
                <a:hlinkClick r:id="rId7">
                  <a:extLst>
                    <a:ext uri="{A12FA001-AC4F-418D-AE19-62706E023703}">
                      <ahyp:hlinkClr xmlns:ahyp="http://schemas.microsoft.com/office/drawing/2018/hyperlinkcolor" val="tx"/>
                    </a:ext>
                  </a:extLst>
                </a:hlinkClick>
              </a:rPr>
              <a:t>1</a:t>
            </a:r>
            <a:endParaRPr lang="en-GB" sz="1200" i="1" dirty="0">
              <a:solidFill>
                <a:schemeClr val="tx1"/>
              </a:solidFill>
            </a:endParaRPr>
          </a:p>
          <a:p>
            <a:pPr marL="90000" indent="-342900">
              <a:lnSpc>
                <a:spcPct val="100000"/>
              </a:lnSpc>
              <a:buFont typeface="Arial" panose="020B0604020202020204" pitchFamily="34" charset="0"/>
              <a:buChar char="•"/>
            </a:pPr>
            <a:r>
              <a:rPr lang="en-GB" sz="1200" dirty="0">
                <a:solidFill>
                  <a:schemeClr val="tx1"/>
                </a:solidFill>
                <a:hlinkClick r:id="rId9">
                  <a:extLst>
                    <a:ext uri="{A12FA001-AC4F-418D-AE19-62706E023703}">
                      <ahyp:hlinkClr xmlns:ahyp="http://schemas.microsoft.com/office/drawing/2018/hyperlinkcolor" val="tx"/>
                    </a:ext>
                  </a:extLst>
                </a:hlinkClick>
              </a:rPr>
              <a:t>https://www.sciencedirect.com/topics/earth-and-planetary-sciences/modifiable-areal-unit-problem</a:t>
            </a:r>
            <a:r>
              <a:rPr lang="en-GB" sz="1200" dirty="0">
                <a:solidFill>
                  <a:schemeClr val="tx1"/>
                </a:solidFill>
              </a:rPr>
              <a:t> </a:t>
            </a:r>
          </a:p>
          <a:p>
            <a:pPr marL="90000" indent="-342900">
              <a:lnSpc>
                <a:spcPct val="100000"/>
              </a:lnSpc>
              <a:buFont typeface="Arial" panose="020B0604020202020204" pitchFamily="34" charset="0"/>
              <a:buChar char="•"/>
            </a:pPr>
            <a:r>
              <a:rPr lang="en-GB" sz="1200" dirty="0">
                <a:solidFill>
                  <a:schemeClr val="tx1"/>
                </a:solidFill>
                <a:hlinkClick r:id="rId10"/>
              </a:rPr>
              <a:t>https://engaging-data.com/country-centered</a:t>
            </a:r>
            <a:r>
              <a:rPr lang="en-GB" sz="1200">
                <a:solidFill>
                  <a:schemeClr val="tx1"/>
                </a:solidFill>
                <a:hlinkClick r:id="rId10"/>
              </a:rPr>
              <a:t>-map-projections/</a:t>
            </a:r>
            <a:r>
              <a:rPr lang="en-GB" sz="1200">
                <a:solidFill>
                  <a:schemeClr val="tx1"/>
                </a:solidFill>
              </a:rPr>
              <a:t> </a:t>
            </a:r>
            <a:endParaRPr lang="en-GB" sz="1200" dirty="0">
              <a:solidFill>
                <a:schemeClr val="tx1"/>
              </a:solidFill>
            </a:endParaRPr>
          </a:p>
          <a:p>
            <a:pPr marL="90000" indent="-342900">
              <a:lnSpc>
                <a:spcPct val="100000"/>
              </a:lnSpc>
              <a:buFont typeface="Arial" panose="020B0604020202020204" pitchFamily="34" charset="0"/>
              <a:buChar char="•"/>
            </a:pPr>
            <a:r>
              <a:rPr lang="en-GB" sz="1200" dirty="0">
                <a:solidFill>
                  <a:schemeClr val="tx1"/>
                </a:solidFill>
              </a:rPr>
              <a:t>Images on slide 28, 42, 43, 44 and 45 were generated with the assistance of AI. Source: </a:t>
            </a:r>
            <a:r>
              <a:rPr lang="en-GB" sz="1200" dirty="0" err="1">
                <a:solidFill>
                  <a:schemeClr val="tx1"/>
                </a:solidFill>
              </a:rPr>
              <a:t>ChatGPT</a:t>
            </a:r>
            <a:r>
              <a:rPr lang="en-GB" sz="1200" dirty="0">
                <a:solidFill>
                  <a:schemeClr val="tx1"/>
                </a:solidFill>
              </a:rPr>
              <a:t> 4 with Dall-E. Date: 07/01/2024. </a:t>
            </a:r>
          </a:p>
          <a:p>
            <a:pPr marL="342900" indent="-342900">
              <a:buFont typeface="Arial" panose="020B0604020202020204" pitchFamily="34" charset="0"/>
              <a:buChar char="•"/>
            </a:pPr>
            <a:endParaRPr lang="en-GB" sz="1500" dirty="0"/>
          </a:p>
          <a:p>
            <a:pPr marL="342900" indent="-342900">
              <a:buFont typeface="Arial" panose="020B0604020202020204" pitchFamily="34" charset="0"/>
              <a:buChar char="•"/>
            </a:pPr>
            <a:endParaRPr lang="en-GB" sz="1500" dirty="0"/>
          </a:p>
          <a:p>
            <a:pPr marL="342900" indent="-342900">
              <a:buFont typeface="Arial" panose="020B0604020202020204" pitchFamily="34" charset="0"/>
              <a:buChar char="•"/>
            </a:pPr>
            <a:endParaRPr lang="en-GB" sz="1500" dirty="0"/>
          </a:p>
          <a:p>
            <a:pPr marL="342900" indent="-342900">
              <a:buFont typeface="Arial" panose="020B0604020202020204" pitchFamily="34" charset="0"/>
              <a:buChar char="•"/>
            </a:pPr>
            <a:endParaRPr lang="en-GB" sz="1800" u="sng" dirty="0">
              <a:solidFill>
                <a:schemeClr val="tx1"/>
              </a:solidFill>
            </a:endParaRPr>
          </a:p>
          <a:p>
            <a:pPr marL="342900" indent="-342900">
              <a:buFont typeface="Arial" panose="020B0604020202020204" pitchFamily="34" charset="0"/>
              <a:buChar char="•"/>
            </a:pPr>
            <a:endParaRPr lang="en-GB" dirty="0">
              <a:solidFill>
                <a:schemeClr val="tx1"/>
              </a:solidFill>
            </a:endParaRPr>
          </a:p>
          <a:p>
            <a:endParaRPr lang="en-GB" dirty="0">
              <a:solidFill>
                <a:schemeClr val="tx1"/>
              </a:solidFill>
            </a:endParaRPr>
          </a:p>
          <a:p>
            <a:endParaRPr lang="en-GB" dirty="0"/>
          </a:p>
        </p:txBody>
      </p:sp>
    </p:spTree>
    <p:extLst>
      <p:ext uri="{BB962C8B-B14F-4D97-AF65-F5344CB8AC3E}">
        <p14:creationId xmlns:p14="http://schemas.microsoft.com/office/powerpoint/2010/main" val="11443021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1287</TotalTime>
  <Words>783</Words>
  <Application>Microsoft Macintosh PowerPoint</Application>
  <PresentationFormat>Widescreen</PresentationFormat>
  <Paragraphs>70</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Open Sans</vt:lpstr>
      <vt:lpstr>Office Theme</vt:lpstr>
      <vt:lpstr>Mapping Crime Data in R:  Live Code Demonstration (10/03/2026) </vt:lpstr>
      <vt:lpstr>Interaction</vt:lpstr>
      <vt:lpstr>Troubleshooting audio problems</vt:lpstr>
      <vt:lpstr>Crime Surveys User Conference 2026</vt:lpstr>
      <vt:lpstr>Upcoming UKDS Events: </vt:lpstr>
      <vt:lpstr>Content</vt:lpstr>
      <vt:lpstr>Survey</vt:lpstr>
      <vt:lpstr>Thank You.</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Mapping Crime Data in R:  Live Code Demonstration</dc:title>
  <dc:creator>Nadia Kennar</dc:creator>
  <cp:lastModifiedBy>Nadia Kennar</cp:lastModifiedBy>
  <cp:revision>8</cp:revision>
  <dcterms:created xsi:type="dcterms:W3CDTF">2023-03-02T16:00:26Z</dcterms:created>
  <dcterms:modified xsi:type="dcterms:W3CDTF">2026-03-10T12:55:53Z</dcterms:modified>
</cp:coreProperties>
</file>